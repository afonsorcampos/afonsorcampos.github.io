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72" r:id="rId2"/>
    <p:sldId id="274" r:id="rId3"/>
    <p:sldId id="273" r:id="rId4"/>
    <p:sldId id="275" r:id="rId5"/>
    <p:sldId id="276" r:id="rId6"/>
    <p:sldId id="277" r:id="rId7"/>
    <p:sldId id="278" r:id="rId8"/>
    <p:sldId id="280" r:id="rId9"/>
    <p:sldId id="279" r:id="rId10"/>
    <p:sldId id="281" r:id="rId11"/>
    <p:sldId id="282" r:id="rId12"/>
    <p:sldId id="283" r:id="rId13"/>
    <p:sldId id="284" r:id="rId14"/>
    <p:sldId id="268" r:id="rId15"/>
    <p:sldId id="258" r:id="rId16"/>
    <p:sldId id="269" r:id="rId17"/>
    <p:sldId id="270" r:id="rId18"/>
    <p:sldId id="27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126" y="5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5E0EF9-3E5A-44BD-ACF5-F9F3A18650C0}" type="datetimeFigureOut">
              <a:rPr lang="en-GB" smtClean="0"/>
              <a:t>18/11/2025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D8274A-171F-4644-90B1-CEAB2EA7201B}" type="slidenum">
              <a:rPr lang="en-GB" smtClean="0"/>
              <a:t>‹#›</a:t>
            </a:fld>
            <a:endParaRPr lang="en-GB"/>
          </a:p>
        </p:txBody>
      </p:sp>
    </p:spTree>
    <p:extLst>
      <p:ext uri="{BB962C8B-B14F-4D97-AF65-F5344CB8AC3E}">
        <p14:creationId xmlns:p14="http://schemas.microsoft.com/office/powerpoint/2010/main" val="95135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6A6D7-00F5-5E43-4B57-85436485DA1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5502EBBB-647F-0A58-A586-E10C8A5A86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36767BCC-F918-AD3A-A9AD-86B0FD0AE9AF}"/>
              </a:ext>
            </a:extLst>
          </p:cNvPr>
          <p:cNvSpPr>
            <a:spLocks noGrp="1"/>
          </p:cNvSpPr>
          <p:nvPr>
            <p:ph type="dt" sz="half" idx="10"/>
          </p:nvPr>
        </p:nvSpPr>
        <p:spPr/>
        <p:txBody>
          <a:bodyPr/>
          <a:lstStyle/>
          <a:p>
            <a:fld id="{8CCB4CA2-27ED-4B0A-8417-69101EFA3B33}" type="datetime1">
              <a:rPr lang="en-GB" smtClean="0"/>
              <a:t>18/11/2025</a:t>
            </a:fld>
            <a:endParaRPr lang="en-GB"/>
          </a:p>
        </p:txBody>
      </p:sp>
      <p:sp>
        <p:nvSpPr>
          <p:cNvPr id="5" name="Footer Placeholder 4">
            <a:extLst>
              <a:ext uri="{FF2B5EF4-FFF2-40B4-BE49-F238E27FC236}">
                <a16:creationId xmlns:a16="http://schemas.microsoft.com/office/drawing/2014/main" id="{53692177-825B-124D-CCD3-8589ACD4A59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6C98B47-5A33-C33B-A7AB-A08BDA3E0274}"/>
              </a:ext>
            </a:extLst>
          </p:cNvPr>
          <p:cNvSpPr>
            <a:spLocks noGrp="1"/>
          </p:cNvSpPr>
          <p:nvPr>
            <p:ph type="sldNum" sz="quarter" idx="12"/>
          </p:nvPr>
        </p:nvSpPr>
        <p:spPr/>
        <p:txBody>
          <a:bodyPr/>
          <a:lstStyle/>
          <a:p>
            <a:fld id="{069504A1-4602-4A0B-BBD0-056EBC64DCC8}" type="slidenum">
              <a:rPr lang="en-GB" smtClean="0"/>
              <a:t>‹#›</a:t>
            </a:fld>
            <a:endParaRPr lang="en-GB"/>
          </a:p>
        </p:txBody>
      </p:sp>
    </p:spTree>
    <p:extLst>
      <p:ext uri="{BB962C8B-B14F-4D97-AF65-F5344CB8AC3E}">
        <p14:creationId xmlns:p14="http://schemas.microsoft.com/office/powerpoint/2010/main" val="26081886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650C8-6B0D-15BA-4202-9C70A59CC18E}"/>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CC678496-DDA1-0954-9DCE-FF7026A60E6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27BBD6F-AEE8-0ADB-8641-465096BF61E1}"/>
              </a:ext>
            </a:extLst>
          </p:cNvPr>
          <p:cNvSpPr>
            <a:spLocks noGrp="1"/>
          </p:cNvSpPr>
          <p:nvPr>
            <p:ph type="dt" sz="half" idx="10"/>
          </p:nvPr>
        </p:nvSpPr>
        <p:spPr/>
        <p:txBody>
          <a:bodyPr/>
          <a:lstStyle/>
          <a:p>
            <a:fld id="{167E10C5-55F6-4B04-9AB4-DC1FAF02848C}" type="datetime1">
              <a:rPr lang="en-GB" smtClean="0"/>
              <a:t>18/11/2025</a:t>
            </a:fld>
            <a:endParaRPr lang="en-GB"/>
          </a:p>
        </p:txBody>
      </p:sp>
      <p:sp>
        <p:nvSpPr>
          <p:cNvPr id="5" name="Footer Placeholder 4">
            <a:extLst>
              <a:ext uri="{FF2B5EF4-FFF2-40B4-BE49-F238E27FC236}">
                <a16:creationId xmlns:a16="http://schemas.microsoft.com/office/drawing/2014/main" id="{A9B68E85-38BE-E6F4-47CA-269E441675B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B8C7803-4671-373A-63C7-506561A9F11F}"/>
              </a:ext>
            </a:extLst>
          </p:cNvPr>
          <p:cNvSpPr>
            <a:spLocks noGrp="1"/>
          </p:cNvSpPr>
          <p:nvPr>
            <p:ph type="sldNum" sz="quarter" idx="12"/>
          </p:nvPr>
        </p:nvSpPr>
        <p:spPr/>
        <p:txBody>
          <a:bodyPr/>
          <a:lstStyle/>
          <a:p>
            <a:fld id="{069504A1-4602-4A0B-BBD0-056EBC64DCC8}" type="slidenum">
              <a:rPr lang="en-GB" smtClean="0"/>
              <a:t>‹#›</a:t>
            </a:fld>
            <a:endParaRPr lang="en-GB"/>
          </a:p>
        </p:txBody>
      </p:sp>
    </p:spTree>
    <p:extLst>
      <p:ext uri="{BB962C8B-B14F-4D97-AF65-F5344CB8AC3E}">
        <p14:creationId xmlns:p14="http://schemas.microsoft.com/office/powerpoint/2010/main" val="3979938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44563-3A33-B689-9E34-A539DF34595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FE8AB609-1A7F-07D5-B71F-8821C6E40FD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09E878F-2B85-717B-FD00-4EF73CE199C8}"/>
              </a:ext>
            </a:extLst>
          </p:cNvPr>
          <p:cNvSpPr>
            <a:spLocks noGrp="1"/>
          </p:cNvSpPr>
          <p:nvPr>
            <p:ph type="dt" sz="half" idx="10"/>
          </p:nvPr>
        </p:nvSpPr>
        <p:spPr/>
        <p:txBody>
          <a:bodyPr/>
          <a:lstStyle/>
          <a:p>
            <a:fld id="{8E282196-E53F-41D2-B670-2F59907379E6}" type="datetime1">
              <a:rPr lang="en-GB" smtClean="0"/>
              <a:t>18/11/2025</a:t>
            </a:fld>
            <a:endParaRPr lang="en-GB"/>
          </a:p>
        </p:txBody>
      </p:sp>
      <p:sp>
        <p:nvSpPr>
          <p:cNvPr id="5" name="Footer Placeholder 4">
            <a:extLst>
              <a:ext uri="{FF2B5EF4-FFF2-40B4-BE49-F238E27FC236}">
                <a16:creationId xmlns:a16="http://schemas.microsoft.com/office/drawing/2014/main" id="{075AAA87-FFB8-4697-871D-C23955B9BAB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46F7CC6-1D07-7B38-548F-B49C425CE475}"/>
              </a:ext>
            </a:extLst>
          </p:cNvPr>
          <p:cNvSpPr>
            <a:spLocks noGrp="1"/>
          </p:cNvSpPr>
          <p:nvPr>
            <p:ph type="sldNum" sz="quarter" idx="12"/>
          </p:nvPr>
        </p:nvSpPr>
        <p:spPr/>
        <p:txBody>
          <a:bodyPr/>
          <a:lstStyle/>
          <a:p>
            <a:fld id="{069504A1-4602-4A0B-BBD0-056EBC64DCC8}" type="slidenum">
              <a:rPr lang="en-GB" smtClean="0"/>
              <a:t>‹#›</a:t>
            </a:fld>
            <a:endParaRPr lang="en-GB"/>
          </a:p>
        </p:txBody>
      </p:sp>
    </p:spTree>
    <p:extLst>
      <p:ext uri="{BB962C8B-B14F-4D97-AF65-F5344CB8AC3E}">
        <p14:creationId xmlns:p14="http://schemas.microsoft.com/office/powerpoint/2010/main" val="4080948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087CD-2472-8CD2-5B15-6DDD5FBAC332}"/>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24055D62-6046-E839-0AC6-D2DAD7032E2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CF2852C5-4D90-5A5D-4FB9-0257D86977B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4A26E71A-AA42-6E25-3712-E7696FCADFB3}"/>
              </a:ext>
            </a:extLst>
          </p:cNvPr>
          <p:cNvSpPr>
            <a:spLocks noGrp="1"/>
          </p:cNvSpPr>
          <p:nvPr>
            <p:ph type="dt" sz="half" idx="10"/>
          </p:nvPr>
        </p:nvSpPr>
        <p:spPr/>
        <p:txBody>
          <a:bodyPr/>
          <a:lstStyle/>
          <a:p>
            <a:fld id="{AD5B6962-7CEB-4EE1-8124-04A1B97EB496}" type="datetime1">
              <a:rPr lang="en-GB" smtClean="0"/>
              <a:t>18/11/2025</a:t>
            </a:fld>
            <a:endParaRPr lang="en-GB"/>
          </a:p>
        </p:txBody>
      </p:sp>
      <p:sp>
        <p:nvSpPr>
          <p:cNvPr id="6" name="Footer Placeholder 5">
            <a:extLst>
              <a:ext uri="{FF2B5EF4-FFF2-40B4-BE49-F238E27FC236}">
                <a16:creationId xmlns:a16="http://schemas.microsoft.com/office/drawing/2014/main" id="{AA1BA676-E085-E22B-CDA9-58B93C77F70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0F88D11-B53B-C720-22A6-E82685997514}"/>
              </a:ext>
            </a:extLst>
          </p:cNvPr>
          <p:cNvSpPr>
            <a:spLocks noGrp="1"/>
          </p:cNvSpPr>
          <p:nvPr>
            <p:ph type="sldNum" sz="quarter" idx="12"/>
          </p:nvPr>
        </p:nvSpPr>
        <p:spPr/>
        <p:txBody>
          <a:bodyPr/>
          <a:lstStyle/>
          <a:p>
            <a:fld id="{069504A1-4602-4A0B-BBD0-056EBC64DCC8}" type="slidenum">
              <a:rPr lang="en-GB" smtClean="0"/>
              <a:t>‹#›</a:t>
            </a:fld>
            <a:endParaRPr lang="en-GB"/>
          </a:p>
        </p:txBody>
      </p:sp>
    </p:spTree>
    <p:extLst>
      <p:ext uri="{BB962C8B-B14F-4D97-AF65-F5344CB8AC3E}">
        <p14:creationId xmlns:p14="http://schemas.microsoft.com/office/powerpoint/2010/main" val="18247595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6B244-D88D-AB9C-6BC9-B2BEAAFE9D35}"/>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96B03045-351A-8213-9608-7F08969BFC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600ABD8-0268-28F0-1DF3-A6EA0C90E7D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1073A664-4FBE-F727-DB5A-32AF168B15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F86A1CB-FAC9-499B-1681-3C38A50DF6B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7CBECAE0-5AE7-AE83-06CA-891D38DA6348}"/>
              </a:ext>
            </a:extLst>
          </p:cNvPr>
          <p:cNvSpPr>
            <a:spLocks noGrp="1"/>
          </p:cNvSpPr>
          <p:nvPr>
            <p:ph type="dt" sz="half" idx="10"/>
          </p:nvPr>
        </p:nvSpPr>
        <p:spPr/>
        <p:txBody>
          <a:bodyPr/>
          <a:lstStyle/>
          <a:p>
            <a:fld id="{8BEC8232-8DCE-402F-91B4-A7A93B5852AA}" type="datetime1">
              <a:rPr lang="en-GB" smtClean="0"/>
              <a:t>18/11/2025</a:t>
            </a:fld>
            <a:endParaRPr lang="en-GB"/>
          </a:p>
        </p:txBody>
      </p:sp>
      <p:sp>
        <p:nvSpPr>
          <p:cNvPr id="8" name="Footer Placeholder 7">
            <a:extLst>
              <a:ext uri="{FF2B5EF4-FFF2-40B4-BE49-F238E27FC236}">
                <a16:creationId xmlns:a16="http://schemas.microsoft.com/office/drawing/2014/main" id="{78074125-6AE0-DFD6-9947-33BBAEF8D0C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49AFAD1-3877-04F3-2C19-DD849671B0C9}"/>
              </a:ext>
            </a:extLst>
          </p:cNvPr>
          <p:cNvSpPr>
            <a:spLocks noGrp="1"/>
          </p:cNvSpPr>
          <p:nvPr>
            <p:ph type="sldNum" sz="quarter" idx="12"/>
          </p:nvPr>
        </p:nvSpPr>
        <p:spPr/>
        <p:txBody>
          <a:bodyPr/>
          <a:lstStyle/>
          <a:p>
            <a:fld id="{069504A1-4602-4A0B-BBD0-056EBC64DCC8}" type="slidenum">
              <a:rPr lang="en-GB" smtClean="0"/>
              <a:t>‹#›</a:t>
            </a:fld>
            <a:endParaRPr lang="en-GB"/>
          </a:p>
        </p:txBody>
      </p:sp>
    </p:spTree>
    <p:extLst>
      <p:ext uri="{BB962C8B-B14F-4D97-AF65-F5344CB8AC3E}">
        <p14:creationId xmlns:p14="http://schemas.microsoft.com/office/powerpoint/2010/main" val="376374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5665B-9F13-D77F-BC14-D36DCE8F776E}"/>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A1B65DAF-748F-4283-D586-53D2ACACFD3F}"/>
              </a:ext>
            </a:extLst>
          </p:cNvPr>
          <p:cNvSpPr>
            <a:spLocks noGrp="1"/>
          </p:cNvSpPr>
          <p:nvPr>
            <p:ph type="dt" sz="half" idx="10"/>
          </p:nvPr>
        </p:nvSpPr>
        <p:spPr/>
        <p:txBody>
          <a:bodyPr/>
          <a:lstStyle/>
          <a:p>
            <a:fld id="{2CCC5F92-359A-44D1-A53B-C3F726010752}" type="datetime1">
              <a:rPr lang="en-GB" smtClean="0"/>
              <a:t>18/11/2025</a:t>
            </a:fld>
            <a:endParaRPr lang="en-GB"/>
          </a:p>
        </p:txBody>
      </p:sp>
      <p:sp>
        <p:nvSpPr>
          <p:cNvPr id="4" name="Footer Placeholder 3">
            <a:extLst>
              <a:ext uri="{FF2B5EF4-FFF2-40B4-BE49-F238E27FC236}">
                <a16:creationId xmlns:a16="http://schemas.microsoft.com/office/drawing/2014/main" id="{C5C7479A-5CC6-49B1-50C3-770FDBEBDCB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9FFF175-4C5D-8C72-BA2D-1269F5498231}"/>
              </a:ext>
            </a:extLst>
          </p:cNvPr>
          <p:cNvSpPr>
            <a:spLocks noGrp="1"/>
          </p:cNvSpPr>
          <p:nvPr>
            <p:ph type="sldNum" sz="quarter" idx="12"/>
          </p:nvPr>
        </p:nvSpPr>
        <p:spPr/>
        <p:txBody>
          <a:bodyPr/>
          <a:lstStyle/>
          <a:p>
            <a:fld id="{069504A1-4602-4A0B-BBD0-056EBC64DCC8}" type="slidenum">
              <a:rPr lang="en-GB" smtClean="0"/>
              <a:t>‹#›</a:t>
            </a:fld>
            <a:endParaRPr lang="en-GB"/>
          </a:p>
        </p:txBody>
      </p:sp>
    </p:spTree>
    <p:extLst>
      <p:ext uri="{BB962C8B-B14F-4D97-AF65-F5344CB8AC3E}">
        <p14:creationId xmlns:p14="http://schemas.microsoft.com/office/powerpoint/2010/main" val="690781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0AA026-5F3D-C9B2-EA75-4C499442C6A5}"/>
              </a:ext>
            </a:extLst>
          </p:cNvPr>
          <p:cNvSpPr>
            <a:spLocks noGrp="1"/>
          </p:cNvSpPr>
          <p:nvPr>
            <p:ph type="dt" sz="half" idx="10"/>
          </p:nvPr>
        </p:nvSpPr>
        <p:spPr/>
        <p:txBody>
          <a:bodyPr/>
          <a:lstStyle/>
          <a:p>
            <a:fld id="{821370CA-400A-42F8-BA66-49D95B35C442}" type="datetime1">
              <a:rPr lang="en-GB" smtClean="0"/>
              <a:t>18/11/2025</a:t>
            </a:fld>
            <a:endParaRPr lang="en-GB"/>
          </a:p>
        </p:txBody>
      </p:sp>
      <p:sp>
        <p:nvSpPr>
          <p:cNvPr id="3" name="Footer Placeholder 2">
            <a:extLst>
              <a:ext uri="{FF2B5EF4-FFF2-40B4-BE49-F238E27FC236}">
                <a16:creationId xmlns:a16="http://schemas.microsoft.com/office/drawing/2014/main" id="{B8C33778-DBB9-B4D9-2FF5-A18118DD01A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3518BF5-7FBC-E16E-A764-EB7FFC07EC2E}"/>
              </a:ext>
            </a:extLst>
          </p:cNvPr>
          <p:cNvSpPr>
            <a:spLocks noGrp="1"/>
          </p:cNvSpPr>
          <p:nvPr>
            <p:ph type="sldNum" sz="quarter" idx="12"/>
          </p:nvPr>
        </p:nvSpPr>
        <p:spPr/>
        <p:txBody>
          <a:bodyPr/>
          <a:lstStyle/>
          <a:p>
            <a:fld id="{069504A1-4602-4A0B-BBD0-056EBC64DCC8}" type="slidenum">
              <a:rPr lang="en-GB" smtClean="0"/>
              <a:t>‹#›</a:t>
            </a:fld>
            <a:endParaRPr lang="en-GB"/>
          </a:p>
        </p:txBody>
      </p:sp>
    </p:spTree>
    <p:extLst>
      <p:ext uri="{BB962C8B-B14F-4D97-AF65-F5344CB8AC3E}">
        <p14:creationId xmlns:p14="http://schemas.microsoft.com/office/powerpoint/2010/main" val="1467706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04AC4-010A-F0CD-8C53-C796CB3E71D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02C78AB9-6FB0-9039-01D7-6E4F64B451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05735905-DE5F-2720-7D23-00B5C0A74D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836E181-4B6C-F3D3-2053-837A527945CC}"/>
              </a:ext>
            </a:extLst>
          </p:cNvPr>
          <p:cNvSpPr>
            <a:spLocks noGrp="1"/>
          </p:cNvSpPr>
          <p:nvPr>
            <p:ph type="dt" sz="half" idx="10"/>
          </p:nvPr>
        </p:nvSpPr>
        <p:spPr/>
        <p:txBody>
          <a:bodyPr/>
          <a:lstStyle/>
          <a:p>
            <a:fld id="{D9387678-3688-46F2-9C72-BAF4CB1AD7CA}" type="datetime1">
              <a:rPr lang="en-GB" smtClean="0"/>
              <a:t>18/11/2025</a:t>
            </a:fld>
            <a:endParaRPr lang="en-GB"/>
          </a:p>
        </p:txBody>
      </p:sp>
      <p:sp>
        <p:nvSpPr>
          <p:cNvPr id="6" name="Footer Placeholder 5">
            <a:extLst>
              <a:ext uri="{FF2B5EF4-FFF2-40B4-BE49-F238E27FC236}">
                <a16:creationId xmlns:a16="http://schemas.microsoft.com/office/drawing/2014/main" id="{D8A61EE8-0CA1-620C-B441-392CDB5402E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3FD1430-B420-9BE3-D8F5-3E49E9D334E3}"/>
              </a:ext>
            </a:extLst>
          </p:cNvPr>
          <p:cNvSpPr>
            <a:spLocks noGrp="1"/>
          </p:cNvSpPr>
          <p:nvPr>
            <p:ph type="sldNum" sz="quarter" idx="12"/>
          </p:nvPr>
        </p:nvSpPr>
        <p:spPr/>
        <p:txBody>
          <a:bodyPr/>
          <a:lstStyle/>
          <a:p>
            <a:fld id="{069504A1-4602-4A0B-BBD0-056EBC64DCC8}" type="slidenum">
              <a:rPr lang="en-GB" smtClean="0"/>
              <a:t>‹#›</a:t>
            </a:fld>
            <a:endParaRPr lang="en-GB"/>
          </a:p>
        </p:txBody>
      </p:sp>
    </p:spTree>
    <p:extLst>
      <p:ext uri="{BB962C8B-B14F-4D97-AF65-F5344CB8AC3E}">
        <p14:creationId xmlns:p14="http://schemas.microsoft.com/office/powerpoint/2010/main" val="4231047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6007F-9FB9-9D24-6A92-ED244098241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9A51D38C-2176-447A-A312-68286DF2F1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33ADBFE-44FD-3BE5-EB54-D3958E0001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80B70C2-BB71-2F1B-CB21-1B4E6C39EBDA}"/>
              </a:ext>
            </a:extLst>
          </p:cNvPr>
          <p:cNvSpPr>
            <a:spLocks noGrp="1"/>
          </p:cNvSpPr>
          <p:nvPr>
            <p:ph type="dt" sz="half" idx="10"/>
          </p:nvPr>
        </p:nvSpPr>
        <p:spPr/>
        <p:txBody>
          <a:bodyPr/>
          <a:lstStyle/>
          <a:p>
            <a:fld id="{7170FD31-4D6B-4C8A-A478-594F6487D7A0}" type="datetime1">
              <a:rPr lang="en-GB" smtClean="0"/>
              <a:t>18/11/2025</a:t>
            </a:fld>
            <a:endParaRPr lang="en-GB"/>
          </a:p>
        </p:txBody>
      </p:sp>
      <p:sp>
        <p:nvSpPr>
          <p:cNvPr id="6" name="Footer Placeholder 5">
            <a:extLst>
              <a:ext uri="{FF2B5EF4-FFF2-40B4-BE49-F238E27FC236}">
                <a16:creationId xmlns:a16="http://schemas.microsoft.com/office/drawing/2014/main" id="{E3A59374-03C5-E007-51F9-7994083EF14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9D943FD-49CC-0F7F-4F1F-A573FBABDDD8}"/>
              </a:ext>
            </a:extLst>
          </p:cNvPr>
          <p:cNvSpPr>
            <a:spLocks noGrp="1"/>
          </p:cNvSpPr>
          <p:nvPr>
            <p:ph type="sldNum" sz="quarter" idx="12"/>
          </p:nvPr>
        </p:nvSpPr>
        <p:spPr/>
        <p:txBody>
          <a:bodyPr/>
          <a:lstStyle/>
          <a:p>
            <a:fld id="{069504A1-4602-4A0B-BBD0-056EBC64DCC8}" type="slidenum">
              <a:rPr lang="en-GB" smtClean="0"/>
              <a:t>‹#›</a:t>
            </a:fld>
            <a:endParaRPr lang="en-GB"/>
          </a:p>
        </p:txBody>
      </p:sp>
    </p:spTree>
    <p:extLst>
      <p:ext uri="{BB962C8B-B14F-4D97-AF65-F5344CB8AC3E}">
        <p14:creationId xmlns:p14="http://schemas.microsoft.com/office/powerpoint/2010/main" val="605774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CAD8B-8575-67BF-4CD1-A33095400E53}"/>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FD320884-49D5-4F40-70E1-0806C6E1FC7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8D13E09-F4C6-2A0C-AC1D-1925D635CCD2}"/>
              </a:ext>
            </a:extLst>
          </p:cNvPr>
          <p:cNvSpPr>
            <a:spLocks noGrp="1"/>
          </p:cNvSpPr>
          <p:nvPr>
            <p:ph type="dt" sz="half" idx="10"/>
          </p:nvPr>
        </p:nvSpPr>
        <p:spPr/>
        <p:txBody>
          <a:bodyPr/>
          <a:lstStyle/>
          <a:p>
            <a:fld id="{C24CF400-C658-4BD0-892D-EBB5AADB8595}" type="datetime1">
              <a:rPr lang="en-GB" smtClean="0"/>
              <a:t>18/11/2025</a:t>
            </a:fld>
            <a:endParaRPr lang="en-GB"/>
          </a:p>
        </p:txBody>
      </p:sp>
      <p:sp>
        <p:nvSpPr>
          <p:cNvPr id="5" name="Footer Placeholder 4">
            <a:extLst>
              <a:ext uri="{FF2B5EF4-FFF2-40B4-BE49-F238E27FC236}">
                <a16:creationId xmlns:a16="http://schemas.microsoft.com/office/drawing/2014/main" id="{601F15E3-2FFF-7406-4364-16361C44593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7C0B528-7C82-DA6F-BC1B-5334B18F6CE1}"/>
              </a:ext>
            </a:extLst>
          </p:cNvPr>
          <p:cNvSpPr>
            <a:spLocks noGrp="1"/>
          </p:cNvSpPr>
          <p:nvPr>
            <p:ph type="sldNum" sz="quarter" idx="12"/>
          </p:nvPr>
        </p:nvSpPr>
        <p:spPr/>
        <p:txBody>
          <a:bodyPr/>
          <a:lstStyle/>
          <a:p>
            <a:fld id="{069504A1-4602-4A0B-BBD0-056EBC64DCC8}" type="slidenum">
              <a:rPr lang="en-GB" smtClean="0"/>
              <a:t>‹#›</a:t>
            </a:fld>
            <a:endParaRPr lang="en-GB"/>
          </a:p>
        </p:txBody>
      </p:sp>
    </p:spTree>
    <p:extLst>
      <p:ext uri="{BB962C8B-B14F-4D97-AF65-F5344CB8AC3E}">
        <p14:creationId xmlns:p14="http://schemas.microsoft.com/office/powerpoint/2010/main" val="1426393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D416A2-4A28-E36E-DCFA-4AECB7B1700A}"/>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02246DDF-773C-592F-CE2C-EE4AE396AB6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389E945-E5A0-F262-5E12-3AD8B79D7FCF}"/>
              </a:ext>
            </a:extLst>
          </p:cNvPr>
          <p:cNvSpPr>
            <a:spLocks noGrp="1"/>
          </p:cNvSpPr>
          <p:nvPr>
            <p:ph type="dt" sz="half" idx="10"/>
          </p:nvPr>
        </p:nvSpPr>
        <p:spPr/>
        <p:txBody>
          <a:bodyPr/>
          <a:lstStyle/>
          <a:p>
            <a:fld id="{8F74A918-9F85-4EC4-A049-AA77B2DA8173}" type="datetime1">
              <a:rPr lang="en-GB" smtClean="0"/>
              <a:t>18/11/2025</a:t>
            </a:fld>
            <a:endParaRPr lang="en-GB"/>
          </a:p>
        </p:txBody>
      </p:sp>
      <p:sp>
        <p:nvSpPr>
          <p:cNvPr id="5" name="Footer Placeholder 4">
            <a:extLst>
              <a:ext uri="{FF2B5EF4-FFF2-40B4-BE49-F238E27FC236}">
                <a16:creationId xmlns:a16="http://schemas.microsoft.com/office/drawing/2014/main" id="{FDA22064-7023-F7C6-E871-E756B6217B6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EDB1B3E-6AFE-F4EA-08DC-EE0B872CF545}"/>
              </a:ext>
            </a:extLst>
          </p:cNvPr>
          <p:cNvSpPr>
            <a:spLocks noGrp="1"/>
          </p:cNvSpPr>
          <p:nvPr>
            <p:ph type="sldNum" sz="quarter" idx="12"/>
          </p:nvPr>
        </p:nvSpPr>
        <p:spPr/>
        <p:txBody>
          <a:bodyPr/>
          <a:lstStyle/>
          <a:p>
            <a:fld id="{069504A1-4602-4A0B-BBD0-056EBC64DCC8}" type="slidenum">
              <a:rPr lang="en-GB" smtClean="0"/>
              <a:t>‹#›</a:t>
            </a:fld>
            <a:endParaRPr lang="en-GB"/>
          </a:p>
        </p:txBody>
      </p:sp>
    </p:spTree>
    <p:extLst>
      <p:ext uri="{BB962C8B-B14F-4D97-AF65-F5344CB8AC3E}">
        <p14:creationId xmlns:p14="http://schemas.microsoft.com/office/powerpoint/2010/main" val="20759767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90F3B3-1812-B428-C5E7-D657B5D181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3F4C207E-3018-0031-3EF6-EAC82D09C6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7228F5AD-8260-296B-8A60-2816DA8A40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09F4D1D-4A93-4893-85CF-24654D789754}" type="datetime1">
              <a:rPr lang="en-GB" smtClean="0"/>
              <a:t>18/11/2025</a:t>
            </a:fld>
            <a:endParaRPr lang="en-GB"/>
          </a:p>
        </p:txBody>
      </p:sp>
      <p:sp>
        <p:nvSpPr>
          <p:cNvPr id="5" name="Footer Placeholder 4">
            <a:extLst>
              <a:ext uri="{FF2B5EF4-FFF2-40B4-BE49-F238E27FC236}">
                <a16:creationId xmlns:a16="http://schemas.microsoft.com/office/drawing/2014/main" id="{0D9EA450-0257-9474-7251-5094490092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E3878104-E7B2-6B9B-0250-D5328D9E92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69504A1-4602-4A0B-BBD0-056EBC64DCC8}" type="slidenum">
              <a:rPr lang="en-GB" smtClean="0"/>
              <a:t>‹#›</a:t>
            </a:fld>
            <a:endParaRPr lang="en-GB"/>
          </a:p>
        </p:txBody>
      </p:sp>
    </p:spTree>
    <p:extLst>
      <p:ext uri="{BB962C8B-B14F-4D97-AF65-F5344CB8AC3E}">
        <p14:creationId xmlns:p14="http://schemas.microsoft.com/office/powerpoint/2010/main" val="417985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1F26A-F52E-1BA1-2446-F8DC862621D5}"/>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8000" kern="1200" dirty="0">
                <a:solidFill>
                  <a:schemeClr val="tx1"/>
                </a:solidFill>
                <a:latin typeface="+mj-lt"/>
                <a:ea typeface="+mj-ea"/>
                <a:cs typeface="+mj-cs"/>
              </a:rPr>
              <a:t>User Scenarios</a:t>
            </a:r>
          </a:p>
        </p:txBody>
      </p:sp>
      <p:sp>
        <p:nvSpPr>
          <p:cNvPr id="3" name="Text Placeholder 2">
            <a:extLst>
              <a:ext uri="{FF2B5EF4-FFF2-40B4-BE49-F238E27FC236}">
                <a16:creationId xmlns:a16="http://schemas.microsoft.com/office/drawing/2014/main" id="{EDF64AAB-0B11-E9D8-2F27-84F3A1AC1E19}"/>
              </a:ext>
            </a:extLst>
          </p:cNvPr>
          <p:cNvSpPr>
            <a:spLocks noGrp="1"/>
          </p:cNvSpPr>
          <p:nvPr>
            <p:ph type="body" idx="1"/>
          </p:nvPr>
        </p:nvSpPr>
        <p:spPr>
          <a:xfrm>
            <a:off x="7400924" y="4619624"/>
            <a:ext cx="3946779" cy="1038225"/>
          </a:xfrm>
        </p:spPr>
        <p:txBody>
          <a:bodyPr vert="horz" lIns="91440" tIns="45720" rIns="91440" bIns="45720" rtlCol="0">
            <a:normAutofit/>
          </a:bodyPr>
          <a:lstStyle/>
          <a:p>
            <a:pPr algn="r"/>
            <a:endParaRPr lang="en-US" sz="2400" kern="1200">
              <a:solidFill>
                <a:schemeClr val="tx1"/>
              </a:solidFill>
              <a:latin typeface="+mn-lt"/>
              <a:ea typeface="+mn-ea"/>
              <a:cs typeface="+mn-cs"/>
            </a:endParaRPr>
          </a:p>
        </p:txBody>
      </p:sp>
      <p:cxnSp>
        <p:nvCxnSpPr>
          <p:cNvPr id="5" name="Straight Connector 4">
            <a:extLst>
              <a:ext uri="{FF2B5EF4-FFF2-40B4-BE49-F238E27FC236}">
                <a16:creationId xmlns:a16="http://schemas.microsoft.com/office/drawing/2014/main" id="{1D65FC9B-9FE9-D6C2-F1DA-DF887819ACEB}"/>
              </a:ext>
            </a:extLst>
          </p:cNvPr>
          <p:cNvCxnSpPr>
            <a:cxnSpLocks/>
          </p:cNvCxnSpPr>
          <p:nvPr/>
        </p:nvCxnSpPr>
        <p:spPr>
          <a:xfrm>
            <a:off x="838199" y="4225588"/>
            <a:ext cx="10506455" cy="0"/>
          </a:xfrm>
          <a:prstGeom prst="line">
            <a:avLst/>
          </a:prstGeom>
          <a:ln w="38100">
            <a:solidFill>
              <a:schemeClr val="tx2"/>
            </a:solidFill>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9FF94479-BF64-BAEC-8B44-E1CF9E4FD20F}"/>
              </a:ext>
            </a:extLst>
          </p:cNvPr>
          <p:cNvSpPr/>
          <p:nvPr/>
        </p:nvSpPr>
        <p:spPr>
          <a:xfrm>
            <a:off x="7397875" y="4216444"/>
            <a:ext cx="3946779" cy="164591"/>
          </a:xfrm>
          <a:prstGeom prst="rect">
            <a:avLst/>
          </a:prstGeom>
          <a:solidFill>
            <a:schemeClr val="accent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38165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62A1F-AFCE-BF0A-89BA-90A5CBA8E798}"/>
              </a:ext>
            </a:extLst>
          </p:cNvPr>
          <p:cNvSpPr>
            <a:spLocks noGrp="1"/>
          </p:cNvSpPr>
          <p:nvPr>
            <p:ph type="title"/>
          </p:nvPr>
        </p:nvSpPr>
        <p:spPr/>
        <p:txBody>
          <a:bodyPr/>
          <a:lstStyle/>
          <a:p>
            <a:r>
              <a:rPr lang="en-GB" dirty="0"/>
              <a:t>Scenario 1 – Consult Historical Data</a:t>
            </a:r>
          </a:p>
        </p:txBody>
      </p:sp>
      <p:sp>
        <p:nvSpPr>
          <p:cNvPr id="3" name="Content Placeholder 2">
            <a:extLst>
              <a:ext uri="{FF2B5EF4-FFF2-40B4-BE49-F238E27FC236}">
                <a16:creationId xmlns:a16="http://schemas.microsoft.com/office/drawing/2014/main" id="{64F6ECA8-5AD5-2D0F-C723-7D8CE0CBD677}"/>
              </a:ext>
            </a:extLst>
          </p:cNvPr>
          <p:cNvSpPr>
            <a:spLocks noGrp="1"/>
          </p:cNvSpPr>
          <p:nvPr>
            <p:ph idx="1"/>
          </p:nvPr>
        </p:nvSpPr>
        <p:spPr/>
        <p:txBody>
          <a:bodyPr>
            <a:normAutofit/>
          </a:bodyPr>
          <a:lstStyle/>
          <a:p>
            <a:r>
              <a:rPr lang="en-GB" b="1" dirty="0"/>
              <a:t>Scenario: </a:t>
            </a:r>
            <a:r>
              <a:rPr lang="en-GB" dirty="0"/>
              <a:t>Client wants to consult historical data from date X to date Y.</a:t>
            </a:r>
            <a:endParaRPr lang="en-GB" b="1" dirty="0"/>
          </a:p>
          <a:p>
            <a:r>
              <a:rPr lang="en-GB" b="1" dirty="0"/>
              <a:t>When: </a:t>
            </a:r>
            <a:r>
              <a:rPr lang="en-GB" dirty="0"/>
              <a:t>Anytime.</a:t>
            </a:r>
            <a:endParaRPr lang="en-GB" b="1" dirty="0"/>
          </a:p>
          <a:p>
            <a:r>
              <a:rPr lang="en-GB" b="1" dirty="0"/>
              <a:t>Then: </a:t>
            </a:r>
            <a:r>
              <a:rPr lang="en-GB" dirty="0"/>
              <a:t>Client logs in to the platform, navigates to the historical data page, and applies filtering. The data will be displayed in tabular format.</a:t>
            </a:r>
          </a:p>
        </p:txBody>
      </p:sp>
      <p:sp>
        <p:nvSpPr>
          <p:cNvPr id="6" name="Slide Number Placeholder 5">
            <a:extLst>
              <a:ext uri="{FF2B5EF4-FFF2-40B4-BE49-F238E27FC236}">
                <a16:creationId xmlns:a16="http://schemas.microsoft.com/office/drawing/2014/main" id="{0ACF4ADE-D654-F448-9F4C-BC0C7A3A976C}"/>
              </a:ext>
            </a:extLst>
          </p:cNvPr>
          <p:cNvSpPr>
            <a:spLocks noGrp="1"/>
          </p:cNvSpPr>
          <p:nvPr>
            <p:ph type="sldNum" sz="quarter" idx="12"/>
          </p:nvPr>
        </p:nvSpPr>
        <p:spPr/>
        <p:txBody>
          <a:bodyPr/>
          <a:lstStyle/>
          <a:p>
            <a:fld id="{069504A1-4602-4A0B-BBD0-056EBC64DCC8}" type="slidenum">
              <a:rPr lang="en-GB" smtClean="0"/>
              <a:t>2</a:t>
            </a:fld>
            <a:endParaRPr lang="en-GB"/>
          </a:p>
        </p:txBody>
      </p:sp>
    </p:spTree>
    <p:extLst>
      <p:ext uri="{BB962C8B-B14F-4D97-AF65-F5344CB8AC3E}">
        <p14:creationId xmlns:p14="http://schemas.microsoft.com/office/powerpoint/2010/main" val="41125625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62A1F-AFCE-BF0A-89BA-90A5CBA8E798}"/>
              </a:ext>
            </a:extLst>
          </p:cNvPr>
          <p:cNvSpPr>
            <a:spLocks noGrp="1"/>
          </p:cNvSpPr>
          <p:nvPr>
            <p:ph type="title"/>
          </p:nvPr>
        </p:nvSpPr>
        <p:spPr/>
        <p:txBody>
          <a:bodyPr/>
          <a:lstStyle/>
          <a:p>
            <a:r>
              <a:rPr lang="en-GB" dirty="0"/>
              <a:t>Scenario 2 – Fetch Historical Data</a:t>
            </a:r>
          </a:p>
        </p:txBody>
      </p:sp>
      <p:sp>
        <p:nvSpPr>
          <p:cNvPr id="3" name="Content Placeholder 2">
            <a:extLst>
              <a:ext uri="{FF2B5EF4-FFF2-40B4-BE49-F238E27FC236}">
                <a16:creationId xmlns:a16="http://schemas.microsoft.com/office/drawing/2014/main" id="{64F6ECA8-5AD5-2D0F-C723-7D8CE0CBD677}"/>
              </a:ext>
            </a:extLst>
          </p:cNvPr>
          <p:cNvSpPr>
            <a:spLocks noGrp="1"/>
          </p:cNvSpPr>
          <p:nvPr>
            <p:ph idx="1"/>
          </p:nvPr>
        </p:nvSpPr>
        <p:spPr/>
        <p:txBody>
          <a:bodyPr>
            <a:normAutofit/>
          </a:bodyPr>
          <a:lstStyle/>
          <a:p>
            <a:r>
              <a:rPr lang="en-GB" b="1" dirty="0"/>
              <a:t>Scenario: </a:t>
            </a:r>
            <a:r>
              <a:rPr lang="en-GB" dirty="0"/>
              <a:t>Client wants to retrieve historical data from date X to date Y.</a:t>
            </a:r>
            <a:endParaRPr lang="en-GB" b="1" dirty="0"/>
          </a:p>
          <a:p>
            <a:r>
              <a:rPr lang="en-GB" b="1" dirty="0"/>
              <a:t>When: </a:t>
            </a:r>
            <a:r>
              <a:rPr lang="en-GB" dirty="0"/>
              <a:t>Anytime.</a:t>
            </a:r>
            <a:endParaRPr lang="en-GB" b="1" dirty="0"/>
          </a:p>
          <a:p>
            <a:r>
              <a:rPr lang="en-GB" b="1" dirty="0"/>
              <a:t>Then:</a:t>
            </a:r>
          </a:p>
          <a:p>
            <a:pPr lvl="1"/>
            <a:r>
              <a:rPr lang="en-GB" dirty="0"/>
              <a:t>A. Client logs in to the platform, navigates to the historical data page, applies filtering, specifies the data format (csv, </a:t>
            </a:r>
            <a:r>
              <a:rPr lang="en-GB" dirty="0" err="1"/>
              <a:t>json</a:t>
            </a:r>
            <a:r>
              <a:rPr lang="en-GB" dirty="0"/>
              <a:t>, xml, text, raw AIS…) and clicks “Download Data”.</a:t>
            </a:r>
          </a:p>
          <a:p>
            <a:pPr lvl="1"/>
            <a:r>
              <a:rPr lang="en-GB" dirty="0"/>
              <a:t>B. Client performs an HTTP GET request to the appropriate endpoint, with authentication, filtering, and format options.</a:t>
            </a:r>
          </a:p>
        </p:txBody>
      </p:sp>
      <p:sp>
        <p:nvSpPr>
          <p:cNvPr id="6" name="Slide Number Placeholder 5">
            <a:extLst>
              <a:ext uri="{FF2B5EF4-FFF2-40B4-BE49-F238E27FC236}">
                <a16:creationId xmlns:a16="http://schemas.microsoft.com/office/drawing/2014/main" id="{0ACF4ADE-D654-F448-9F4C-BC0C7A3A976C}"/>
              </a:ext>
            </a:extLst>
          </p:cNvPr>
          <p:cNvSpPr>
            <a:spLocks noGrp="1"/>
          </p:cNvSpPr>
          <p:nvPr>
            <p:ph type="sldNum" sz="quarter" idx="12"/>
          </p:nvPr>
        </p:nvSpPr>
        <p:spPr/>
        <p:txBody>
          <a:bodyPr/>
          <a:lstStyle/>
          <a:p>
            <a:fld id="{069504A1-4602-4A0B-BBD0-056EBC64DCC8}" type="slidenum">
              <a:rPr lang="en-GB" smtClean="0"/>
              <a:t>3</a:t>
            </a:fld>
            <a:endParaRPr lang="en-GB"/>
          </a:p>
        </p:txBody>
      </p:sp>
    </p:spTree>
    <p:extLst>
      <p:ext uri="{BB962C8B-B14F-4D97-AF65-F5344CB8AC3E}">
        <p14:creationId xmlns:p14="http://schemas.microsoft.com/office/powerpoint/2010/main" val="10864358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62A1F-AFCE-BF0A-89BA-90A5CBA8E798}"/>
              </a:ext>
            </a:extLst>
          </p:cNvPr>
          <p:cNvSpPr>
            <a:spLocks noGrp="1"/>
          </p:cNvSpPr>
          <p:nvPr>
            <p:ph type="title"/>
          </p:nvPr>
        </p:nvSpPr>
        <p:spPr/>
        <p:txBody>
          <a:bodyPr/>
          <a:lstStyle/>
          <a:p>
            <a:r>
              <a:rPr lang="en-GB" dirty="0"/>
              <a:t>Scenario 3 – Fetch Live Data</a:t>
            </a:r>
          </a:p>
        </p:txBody>
      </p:sp>
      <p:sp>
        <p:nvSpPr>
          <p:cNvPr id="3" name="Content Placeholder 2">
            <a:extLst>
              <a:ext uri="{FF2B5EF4-FFF2-40B4-BE49-F238E27FC236}">
                <a16:creationId xmlns:a16="http://schemas.microsoft.com/office/drawing/2014/main" id="{64F6ECA8-5AD5-2D0F-C723-7D8CE0CBD677}"/>
              </a:ext>
            </a:extLst>
          </p:cNvPr>
          <p:cNvSpPr>
            <a:spLocks noGrp="1"/>
          </p:cNvSpPr>
          <p:nvPr>
            <p:ph idx="1"/>
          </p:nvPr>
        </p:nvSpPr>
        <p:spPr/>
        <p:txBody>
          <a:bodyPr>
            <a:normAutofit/>
          </a:bodyPr>
          <a:lstStyle/>
          <a:p>
            <a:r>
              <a:rPr lang="en-GB" b="1" dirty="0"/>
              <a:t>Scenario: </a:t>
            </a:r>
            <a:r>
              <a:rPr lang="en-GB" dirty="0"/>
              <a:t>Client wants to retrieve live data, continuously.</a:t>
            </a:r>
            <a:r>
              <a:rPr lang="en-GB" b="1" dirty="0"/>
              <a:t> </a:t>
            </a:r>
          </a:p>
          <a:p>
            <a:r>
              <a:rPr lang="en-GB" b="1" dirty="0"/>
              <a:t>When: </a:t>
            </a:r>
            <a:r>
              <a:rPr lang="en-GB" dirty="0"/>
              <a:t>Anytime.</a:t>
            </a:r>
            <a:endParaRPr lang="en-GB" b="1" dirty="0"/>
          </a:p>
          <a:p>
            <a:r>
              <a:rPr lang="en-GB" b="1" dirty="0"/>
              <a:t>Then: </a:t>
            </a:r>
            <a:r>
              <a:rPr lang="en-GB" dirty="0"/>
              <a:t>Client establishes connection with the server via HTTP, with authentication, filtering, and format options. The server continuously sends data as it is received in the appropriate format, until connection is terminated from the client’s end.</a:t>
            </a:r>
          </a:p>
        </p:txBody>
      </p:sp>
      <p:sp>
        <p:nvSpPr>
          <p:cNvPr id="6" name="Slide Number Placeholder 5">
            <a:extLst>
              <a:ext uri="{FF2B5EF4-FFF2-40B4-BE49-F238E27FC236}">
                <a16:creationId xmlns:a16="http://schemas.microsoft.com/office/drawing/2014/main" id="{0ACF4ADE-D654-F448-9F4C-BC0C7A3A976C}"/>
              </a:ext>
            </a:extLst>
          </p:cNvPr>
          <p:cNvSpPr>
            <a:spLocks noGrp="1"/>
          </p:cNvSpPr>
          <p:nvPr>
            <p:ph type="sldNum" sz="quarter" idx="12"/>
          </p:nvPr>
        </p:nvSpPr>
        <p:spPr/>
        <p:txBody>
          <a:bodyPr/>
          <a:lstStyle/>
          <a:p>
            <a:fld id="{069504A1-4602-4A0B-BBD0-056EBC64DCC8}" type="slidenum">
              <a:rPr lang="en-GB" smtClean="0"/>
              <a:t>4</a:t>
            </a:fld>
            <a:endParaRPr lang="en-GB"/>
          </a:p>
        </p:txBody>
      </p:sp>
    </p:spTree>
    <p:extLst>
      <p:ext uri="{BB962C8B-B14F-4D97-AF65-F5344CB8AC3E}">
        <p14:creationId xmlns:p14="http://schemas.microsoft.com/office/powerpoint/2010/main" val="1050465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62A1F-AFCE-BF0A-89BA-90A5CBA8E798}"/>
              </a:ext>
            </a:extLst>
          </p:cNvPr>
          <p:cNvSpPr>
            <a:spLocks noGrp="1"/>
          </p:cNvSpPr>
          <p:nvPr>
            <p:ph type="title"/>
          </p:nvPr>
        </p:nvSpPr>
        <p:spPr/>
        <p:txBody>
          <a:bodyPr/>
          <a:lstStyle/>
          <a:p>
            <a:r>
              <a:rPr lang="en-GB" dirty="0"/>
              <a:t>Scenario 4 – Send VDES Message </a:t>
            </a:r>
          </a:p>
        </p:txBody>
      </p:sp>
      <p:sp>
        <p:nvSpPr>
          <p:cNvPr id="3" name="Content Placeholder 2">
            <a:extLst>
              <a:ext uri="{FF2B5EF4-FFF2-40B4-BE49-F238E27FC236}">
                <a16:creationId xmlns:a16="http://schemas.microsoft.com/office/drawing/2014/main" id="{64F6ECA8-5AD5-2D0F-C723-7D8CE0CBD677}"/>
              </a:ext>
            </a:extLst>
          </p:cNvPr>
          <p:cNvSpPr>
            <a:spLocks noGrp="1"/>
          </p:cNvSpPr>
          <p:nvPr>
            <p:ph idx="1"/>
          </p:nvPr>
        </p:nvSpPr>
        <p:spPr/>
        <p:txBody>
          <a:bodyPr>
            <a:normAutofit/>
          </a:bodyPr>
          <a:lstStyle/>
          <a:p>
            <a:r>
              <a:rPr lang="en-GB" b="1" dirty="0"/>
              <a:t>Scenario: </a:t>
            </a:r>
            <a:r>
              <a:rPr lang="en-GB" dirty="0"/>
              <a:t>Client want to transmit a message to vessel with MMSI XYZ.</a:t>
            </a:r>
            <a:endParaRPr lang="en-GB" b="1" dirty="0"/>
          </a:p>
          <a:p>
            <a:r>
              <a:rPr lang="en-GB" b="1" dirty="0"/>
              <a:t>When: </a:t>
            </a:r>
            <a:r>
              <a:rPr lang="en-GB" dirty="0"/>
              <a:t>Anytime.</a:t>
            </a:r>
            <a:endParaRPr lang="en-GB" b="1" dirty="0"/>
          </a:p>
          <a:p>
            <a:r>
              <a:rPr lang="en-GB" b="1" dirty="0"/>
              <a:t>Then: </a:t>
            </a:r>
          </a:p>
          <a:p>
            <a:pPr lvl="1"/>
            <a:r>
              <a:rPr lang="en-GB" dirty="0"/>
              <a:t>Client logs in to the platform, navigates to the message sending page, specifies the MMSI of the vessel and the message contents. </a:t>
            </a:r>
          </a:p>
          <a:p>
            <a:pPr lvl="1"/>
            <a:r>
              <a:rPr lang="en-GB" dirty="0"/>
              <a:t>The interface shows an estimate time of message receival at the vessel. Client confirms the scheduled send. </a:t>
            </a:r>
          </a:p>
          <a:p>
            <a:pPr lvl="1"/>
            <a:r>
              <a:rPr lang="en-GB" dirty="0"/>
              <a:t>Subsequent vessel/client messages are kept in a chat-like interface, with successful message receival/sent updates.</a:t>
            </a:r>
            <a:endParaRPr lang="en-GB" b="1" dirty="0"/>
          </a:p>
        </p:txBody>
      </p:sp>
      <p:sp>
        <p:nvSpPr>
          <p:cNvPr id="6" name="Slide Number Placeholder 5">
            <a:extLst>
              <a:ext uri="{FF2B5EF4-FFF2-40B4-BE49-F238E27FC236}">
                <a16:creationId xmlns:a16="http://schemas.microsoft.com/office/drawing/2014/main" id="{0ACF4ADE-D654-F448-9F4C-BC0C7A3A976C}"/>
              </a:ext>
            </a:extLst>
          </p:cNvPr>
          <p:cNvSpPr>
            <a:spLocks noGrp="1"/>
          </p:cNvSpPr>
          <p:nvPr>
            <p:ph type="sldNum" sz="quarter" idx="12"/>
          </p:nvPr>
        </p:nvSpPr>
        <p:spPr/>
        <p:txBody>
          <a:bodyPr/>
          <a:lstStyle/>
          <a:p>
            <a:fld id="{069504A1-4602-4A0B-BBD0-056EBC64DCC8}" type="slidenum">
              <a:rPr lang="en-GB" smtClean="0"/>
              <a:t>5</a:t>
            </a:fld>
            <a:endParaRPr lang="en-GB"/>
          </a:p>
        </p:txBody>
      </p:sp>
    </p:spTree>
    <p:extLst>
      <p:ext uri="{BB962C8B-B14F-4D97-AF65-F5344CB8AC3E}">
        <p14:creationId xmlns:p14="http://schemas.microsoft.com/office/powerpoint/2010/main" val="878977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62A1F-AFCE-BF0A-89BA-90A5CBA8E798}"/>
              </a:ext>
            </a:extLst>
          </p:cNvPr>
          <p:cNvSpPr>
            <a:spLocks noGrp="1"/>
          </p:cNvSpPr>
          <p:nvPr>
            <p:ph type="title"/>
          </p:nvPr>
        </p:nvSpPr>
        <p:spPr/>
        <p:txBody>
          <a:bodyPr/>
          <a:lstStyle/>
          <a:p>
            <a:r>
              <a:rPr lang="en-GB" dirty="0"/>
              <a:t>Scenario 5 – Visualize Position/Voyage Data</a:t>
            </a:r>
          </a:p>
        </p:txBody>
      </p:sp>
      <p:sp>
        <p:nvSpPr>
          <p:cNvPr id="3" name="Content Placeholder 2">
            <a:extLst>
              <a:ext uri="{FF2B5EF4-FFF2-40B4-BE49-F238E27FC236}">
                <a16:creationId xmlns:a16="http://schemas.microsoft.com/office/drawing/2014/main" id="{64F6ECA8-5AD5-2D0F-C723-7D8CE0CBD677}"/>
              </a:ext>
            </a:extLst>
          </p:cNvPr>
          <p:cNvSpPr>
            <a:spLocks noGrp="1"/>
          </p:cNvSpPr>
          <p:nvPr>
            <p:ph idx="1"/>
          </p:nvPr>
        </p:nvSpPr>
        <p:spPr/>
        <p:txBody>
          <a:bodyPr>
            <a:normAutofit/>
          </a:bodyPr>
          <a:lstStyle/>
          <a:p>
            <a:r>
              <a:rPr lang="en-GB" b="1" dirty="0"/>
              <a:t>Scenario: </a:t>
            </a:r>
            <a:r>
              <a:rPr lang="en-GB" dirty="0"/>
              <a:t>Client wants to easily visualize position and voyage data at a certain timestep.</a:t>
            </a:r>
            <a:endParaRPr lang="en-GB" b="1" dirty="0"/>
          </a:p>
          <a:p>
            <a:r>
              <a:rPr lang="en-GB" b="1" dirty="0"/>
              <a:t>When: </a:t>
            </a:r>
            <a:r>
              <a:rPr lang="en-GB" dirty="0"/>
              <a:t>Anytime.</a:t>
            </a:r>
            <a:endParaRPr lang="en-GB" b="1" dirty="0"/>
          </a:p>
          <a:p>
            <a:r>
              <a:rPr lang="en-GB" b="1" dirty="0"/>
              <a:t>Then: </a:t>
            </a:r>
          </a:p>
          <a:p>
            <a:pPr lvl="1"/>
            <a:r>
              <a:rPr lang="en-GB" dirty="0"/>
              <a:t>Client logs in to the platform, navigates to the “global view” page, and selects the desired timestep.</a:t>
            </a:r>
          </a:p>
          <a:p>
            <a:pPr lvl="1"/>
            <a:r>
              <a:rPr lang="en-GB" dirty="0"/>
              <a:t>The page displays an interactable 3D globe displaying the recorded vessel positions and trips on the globe, at the given timestep.</a:t>
            </a:r>
          </a:p>
          <a:p>
            <a:pPr lvl="1"/>
            <a:r>
              <a:rPr lang="en-GB" dirty="0"/>
              <a:t>User may apply filters to control the displayed data.</a:t>
            </a:r>
          </a:p>
        </p:txBody>
      </p:sp>
      <p:sp>
        <p:nvSpPr>
          <p:cNvPr id="6" name="Slide Number Placeholder 5">
            <a:extLst>
              <a:ext uri="{FF2B5EF4-FFF2-40B4-BE49-F238E27FC236}">
                <a16:creationId xmlns:a16="http://schemas.microsoft.com/office/drawing/2014/main" id="{0ACF4ADE-D654-F448-9F4C-BC0C7A3A976C}"/>
              </a:ext>
            </a:extLst>
          </p:cNvPr>
          <p:cNvSpPr>
            <a:spLocks noGrp="1"/>
          </p:cNvSpPr>
          <p:nvPr>
            <p:ph type="sldNum" sz="quarter" idx="12"/>
          </p:nvPr>
        </p:nvSpPr>
        <p:spPr/>
        <p:txBody>
          <a:bodyPr/>
          <a:lstStyle/>
          <a:p>
            <a:fld id="{069504A1-4602-4A0B-BBD0-056EBC64DCC8}" type="slidenum">
              <a:rPr lang="en-GB" smtClean="0"/>
              <a:t>6</a:t>
            </a:fld>
            <a:endParaRPr lang="en-GB"/>
          </a:p>
        </p:txBody>
      </p:sp>
    </p:spTree>
    <p:extLst>
      <p:ext uri="{BB962C8B-B14F-4D97-AF65-F5344CB8AC3E}">
        <p14:creationId xmlns:p14="http://schemas.microsoft.com/office/powerpoint/2010/main" val="459548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62A1F-AFCE-BF0A-89BA-90A5CBA8E798}"/>
              </a:ext>
            </a:extLst>
          </p:cNvPr>
          <p:cNvSpPr>
            <a:spLocks noGrp="1"/>
          </p:cNvSpPr>
          <p:nvPr>
            <p:ph type="title"/>
          </p:nvPr>
        </p:nvSpPr>
        <p:spPr/>
        <p:txBody>
          <a:bodyPr/>
          <a:lstStyle/>
          <a:p>
            <a:r>
              <a:rPr lang="en-GB" dirty="0"/>
              <a:t>Scenario 6 – Historical Data Analytics</a:t>
            </a:r>
          </a:p>
        </p:txBody>
      </p:sp>
      <p:sp>
        <p:nvSpPr>
          <p:cNvPr id="3" name="Content Placeholder 2">
            <a:extLst>
              <a:ext uri="{FF2B5EF4-FFF2-40B4-BE49-F238E27FC236}">
                <a16:creationId xmlns:a16="http://schemas.microsoft.com/office/drawing/2014/main" id="{64F6ECA8-5AD5-2D0F-C723-7D8CE0CBD677}"/>
              </a:ext>
            </a:extLst>
          </p:cNvPr>
          <p:cNvSpPr>
            <a:spLocks noGrp="1"/>
          </p:cNvSpPr>
          <p:nvPr>
            <p:ph idx="1"/>
          </p:nvPr>
        </p:nvSpPr>
        <p:spPr/>
        <p:txBody>
          <a:bodyPr>
            <a:normAutofit/>
          </a:bodyPr>
          <a:lstStyle/>
          <a:p>
            <a:r>
              <a:rPr lang="en-GB" b="1" dirty="0"/>
              <a:t>Scenario: </a:t>
            </a:r>
            <a:r>
              <a:rPr lang="en-GB" dirty="0"/>
              <a:t>Client wants to analyse historical data statistics.</a:t>
            </a:r>
            <a:endParaRPr lang="en-GB" b="1" dirty="0"/>
          </a:p>
          <a:p>
            <a:r>
              <a:rPr lang="en-GB" b="1" dirty="0"/>
              <a:t>When: </a:t>
            </a:r>
            <a:r>
              <a:rPr lang="en-GB" dirty="0"/>
              <a:t>Anytime.</a:t>
            </a:r>
            <a:endParaRPr lang="en-GB" b="1" dirty="0"/>
          </a:p>
          <a:p>
            <a:r>
              <a:rPr lang="en-GB" b="1" dirty="0"/>
              <a:t>Then: </a:t>
            </a:r>
          </a:p>
          <a:p>
            <a:pPr lvl="1"/>
            <a:r>
              <a:rPr lang="en-GB" dirty="0"/>
              <a:t>Client logs in to the platform, navigates to the historical data page, then to “Dashboard”.</a:t>
            </a:r>
          </a:p>
          <a:p>
            <a:pPr lvl="1"/>
            <a:r>
              <a:rPr lang="en-GB" dirty="0"/>
              <a:t>Client may select from a library of possible charts (to be defined) to build their own custom dashboard. Custom dashboards are saved per-client (to a maximum of 3).</a:t>
            </a:r>
          </a:p>
          <a:p>
            <a:pPr lvl="1"/>
            <a:r>
              <a:rPr lang="en-GB" dirty="0"/>
              <a:t>The dashboard displays analytics relevant to the client.</a:t>
            </a:r>
          </a:p>
        </p:txBody>
      </p:sp>
      <p:sp>
        <p:nvSpPr>
          <p:cNvPr id="6" name="Slide Number Placeholder 5">
            <a:extLst>
              <a:ext uri="{FF2B5EF4-FFF2-40B4-BE49-F238E27FC236}">
                <a16:creationId xmlns:a16="http://schemas.microsoft.com/office/drawing/2014/main" id="{0ACF4ADE-D654-F448-9F4C-BC0C7A3A976C}"/>
              </a:ext>
            </a:extLst>
          </p:cNvPr>
          <p:cNvSpPr>
            <a:spLocks noGrp="1"/>
          </p:cNvSpPr>
          <p:nvPr>
            <p:ph type="sldNum" sz="quarter" idx="12"/>
          </p:nvPr>
        </p:nvSpPr>
        <p:spPr/>
        <p:txBody>
          <a:bodyPr/>
          <a:lstStyle/>
          <a:p>
            <a:fld id="{069504A1-4602-4A0B-BBD0-056EBC64DCC8}" type="slidenum">
              <a:rPr lang="en-GB" smtClean="0"/>
              <a:t>7</a:t>
            </a:fld>
            <a:endParaRPr lang="en-GB"/>
          </a:p>
        </p:txBody>
      </p:sp>
    </p:spTree>
    <p:extLst>
      <p:ext uri="{BB962C8B-B14F-4D97-AF65-F5344CB8AC3E}">
        <p14:creationId xmlns:p14="http://schemas.microsoft.com/office/powerpoint/2010/main" val="1360374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1F26A-F52E-1BA1-2446-F8DC862621D5}"/>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8000" kern="1200" dirty="0">
                <a:solidFill>
                  <a:schemeClr val="tx1"/>
                </a:solidFill>
                <a:latin typeface="+mj-lt"/>
                <a:ea typeface="+mj-ea"/>
                <a:cs typeface="+mj-cs"/>
              </a:rPr>
              <a:t>System Scenarios</a:t>
            </a:r>
          </a:p>
        </p:txBody>
      </p:sp>
      <p:sp>
        <p:nvSpPr>
          <p:cNvPr id="3" name="Text Placeholder 2">
            <a:extLst>
              <a:ext uri="{FF2B5EF4-FFF2-40B4-BE49-F238E27FC236}">
                <a16:creationId xmlns:a16="http://schemas.microsoft.com/office/drawing/2014/main" id="{EDF64AAB-0B11-E9D8-2F27-84F3A1AC1E19}"/>
              </a:ext>
            </a:extLst>
          </p:cNvPr>
          <p:cNvSpPr>
            <a:spLocks noGrp="1"/>
          </p:cNvSpPr>
          <p:nvPr>
            <p:ph type="body" idx="1"/>
          </p:nvPr>
        </p:nvSpPr>
        <p:spPr>
          <a:xfrm>
            <a:off x="7400924" y="4619624"/>
            <a:ext cx="3946779" cy="1038225"/>
          </a:xfrm>
        </p:spPr>
        <p:txBody>
          <a:bodyPr vert="horz" lIns="91440" tIns="45720" rIns="91440" bIns="45720" rtlCol="0">
            <a:normAutofit/>
          </a:bodyPr>
          <a:lstStyle/>
          <a:p>
            <a:pPr algn="r"/>
            <a:endParaRPr lang="en-US" sz="2400" kern="1200">
              <a:solidFill>
                <a:schemeClr val="tx1"/>
              </a:solidFill>
              <a:latin typeface="+mn-lt"/>
              <a:ea typeface="+mn-ea"/>
              <a:cs typeface="+mn-cs"/>
            </a:endParaRPr>
          </a:p>
        </p:txBody>
      </p:sp>
      <p:cxnSp>
        <p:nvCxnSpPr>
          <p:cNvPr id="5" name="Straight Connector 4">
            <a:extLst>
              <a:ext uri="{FF2B5EF4-FFF2-40B4-BE49-F238E27FC236}">
                <a16:creationId xmlns:a16="http://schemas.microsoft.com/office/drawing/2014/main" id="{1D65FC9B-9FE9-D6C2-F1DA-DF887819ACEB}"/>
              </a:ext>
            </a:extLst>
          </p:cNvPr>
          <p:cNvCxnSpPr>
            <a:cxnSpLocks/>
          </p:cNvCxnSpPr>
          <p:nvPr/>
        </p:nvCxnSpPr>
        <p:spPr>
          <a:xfrm>
            <a:off x="838199" y="4225588"/>
            <a:ext cx="10506455" cy="0"/>
          </a:xfrm>
          <a:prstGeom prst="line">
            <a:avLst/>
          </a:prstGeom>
          <a:ln w="38100">
            <a:solidFill>
              <a:schemeClr val="tx2"/>
            </a:solidFill>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9FF94479-BF64-BAEC-8B44-E1CF9E4FD20F}"/>
              </a:ext>
            </a:extLst>
          </p:cNvPr>
          <p:cNvSpPr/>
          <p:nvPr/>
        </p:nvSpPr>
        <p:spPr>
          <a:xfrm>
            <a:off x="7397875" y="4216444"/>
            <a:ext cx="3946779" cy="164591"/>
          </a:xfrm>
          <a:prstGeom prst="rect">
            <a:avLst/>
          </a:prstGeom>
          <a:solidFill>
            <a:schemeClr val="accent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05092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62A1F-AFCE-BF0A-89BA-90A5CBA8E798}"/>
              </a:ext>
            </a:extLst>
          </p:cNvPr>
          <p:cNvSpPr>
            <a:spLocks noGrp="1"/>
          </p:cNvSpPr>
          <p:nvPr>
            <p:ph type="title"/>
          </p:nvPr>
        </p:nvSpPr>
        <p:spPr/>
        <p:txBody>
          <a:bodyPr/>
          <a:lstStyle/>
          <a:p>
            <a:r>
              <a:rPr lang="en-GB" dirty="0"/>
              <a:t>Scenario 1 – Download Data</a:t>
            </a:r>
          </a:p>
        </p:txBody>
      </p:sp>
      <p:sp>
        <p:nvSpPr>
          <p:cNvPr id="3" name="Content Placeholder 2">
            <a:extLst>
              <a:ext uri="{FF2B5EF4-FFF2-40B4-BE49-F238E27FC236}">
                <a16:creationId xmlns:a16="http://schemas.microsoft.com/office/drawing/2014/main" id="{64F6ECA8-5AD5-2D0F-C723-7D8CE0CBD677}"/>
              </a:ext>
            </a:extLst>
          </p:cNvPr>
          <p:cNvSpPr>
            <a:spLocks noGrp="1"/>
          </p:cNvSpPr>
          <p:nvPr>
            <p:ph idx="1"/>
          </p:nvPr>
        </p:nvSpPr>
        <p:spPr/>
        <p:txBody>
          <a:bodyPr>
            <a:normAutofit/>
          </a:bodyPr>
          <a:lstStyle/>
          <a:p>
            <a:r>
              <a:rPr lang="en-GB" b="1" dirty="0"/>
              <a:t>Scenario: </a:t>
            </a:r>
            <a:r>
              <a:rPr lang="en-GB" dirty="0"/>
              <a:t>A satellite has dumped the gathered maritime data, we must retrieve it from the antennae.</a:t>
            </a:r>
            <a:endParaRPr lang="en-GB" b="1" dirty="0"/>
          </a:p>
          <a:p>
            <a:r>
              <a:rPr lang="en-GB" b="1" dirty="0"/>
              <a:t>When: </a:t>
            </a:r>
            <a:r>
              <a:rPr lang="en-GB" dirty="0"/>
              <a:t>Anytime.</a:t>
            </a:r>
            <a:endParaRPr lang="en-GB" b="1" dirty="0"/>
          </a:p>
          <a:p>
            <a:r>
              <a:rPr lang="en-GB" b="1" dirty="0"/>
              <a:t>Then:</a:t>
            </a:r>
          </a:p>
          <a:p>
            <a:pPr lvl="1"/>
            <a:r>
              <a:rPr lang="en-GB" dirty="0"/>
              <a:t>The system (GSAPI) must periodically fetch (HTTP) the incoming contacts list (every 30 minutes/1 hour);</a:t>
            </a:r>
          </a:p>
          <a:p>
            <a:pPr lvl="1"/>
            <a:r>
              <a:rPr lang="en-GB" dirty="0"/>
              <a:t>At each incoming contact, we establish a TCP connection to the appropriate address, at the provided schedule.</a:t>
            </a:r>
          </a:p>
          <a:p>
            <a:pPr lvl="1"/>
            <a:r>
              <a:rPr lang="en-GB" dirty="0"/>
              <a:t>During the connection we register the totality of the data to be processed (stored in memory/text files).</a:t>
            </a:r>
          </a:p>
          <a:p>
            <a:pPr lvl="1"/>
            <a:endParaRPr lang="en-GB" dirty="0"/>
          </a:p>
          <a:p>
            <a:pPr lvl="1"/>
            <a:endParaRPr lang="en-GB" dirty="0"/>
          </a:p>
        </p:txBody>
      </p:sp>
      <p:sp>
        <p:nvSpPr>
          <p:cNvPr id="6" name="Slide Number Placeholder 5">
            <a:extLst>
              <a:ext uri="{FF2B5EF4-FFF2-40B4-BE49-F238E27FC236}">
                <a16:creationId xmlns:a16="http://schemas.microsoft.com/office/drawing/2014/main" id="{0ACF4ADE-D654-F448-9F4C-BC0C7A3A976C}"/>
              </a:ext>
            </a:extLst>
          </p:cNvPr>
          <p:cNvSpPr>
            <a:spLocks noGrp="1"/>
          </p:cNvSpPr>
          <p:nvPr>
            <p:ph type="sldNum" sz="quarter" idx="12"/>
          </p:nvPr>
        </p:nvSpPr>
        <p:spPr/>
        <p:txBody>
          <a:bodyPr/>
          <a:lstStyle/>
          <a:p>
            <a:fld id="{069504A1-4602-4A0B-BBD0-056EBC64DCC8}" type="slidenum">
              <a:rPr lang="en-GB" smtClean="0"/>
              <a:t>9</a:t>
            </a:fld>
            <a:endParaRPr lang="en-GB"/>
          </a:p>
        </p:txBody>
      </p:sp>
    </p:spTree>
    <p:extLst>
      <p:ext uri="{BB962C8B-B14F-4D97-AF65-F5344CB8AC3E}">
        <p14:creationId xmlns:p14="http://schemas.microsoft.com/office/powerpoint/2010/main" val="2879742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62A1F-AFCE-BF0A-89BA-90A5CBA8E798}"/>
              </a:ext>
            </a:extLst>
          </p:cNvPr>
          <p:cNvSpPr>
            <a:spLocks noGrp="1"/>
          </p:cNvSpPr>
          <p:nvPr>
            <p:ph type="title"/>
          </p:nvPr>
        </p:nvSpPr>
        <p:spPr/>
        <p:txBody>
          <a:bodyPr/>
          <a:lstStyle/>
          <a:p>
            <a:r>
              <a:rPr lang="en-GB" dirty="0"/>
              <a:t>Scenario 2 – Store Data</a:t>
            </a:r>
          </a:p>
        </p:txBody>
      </p:sp>
      <p:sp>
        <p:nvSpPr>
          <p:cNvPr id="3" name="Content Placeholder 2">
            <a:extLst>
              <a:ext uri="{FF2B5EF4-FFF2-40B4-BE49-F238E27FC236}">
                <a16:creationId xmlns:a16="http://schemas.microsoft.com/office/drawing/2014/main" id="{64F6ECA8-5AD5-2D0F-C723-7D8CE0CBD677}"/>
              </a:ext>
            </a:extLst>
          </p:cNvPr>
          <p:cNvSpPr>
            <a:spLocks noGrp="1"/>
          </p:cNvSpPr>
          <p:nvPr>
            <p:ph idx="1"/>
          </p:nvPr>
        </p:nvSpPr>
        <p:spPr>
          <a:xfrm>
            <a:off x="838200" y="1825624"/>
            <a:ext cx="10515600" cy="4797913"/>
          </a:xfrm>
        </p:spPr>
        <p:txBody>
          <a:bodyPr>
            <a:normAutofit lnSpcReduction="10000"/>
          </a:bodyPr>
          <a:lstStyle/>
          <a:p>
            <a:r>
              <a:rPr lang="en-GB" b="1" dirty="0"/>
              <a:t>Scenario: </a:t>
            </a:r>
            <a:r>
              <a:rPr lang="en-GB" dirty="0"/>
              <a:t>The system has recently collected data from the antennae.</a:t>
            </a:r>
            <a:endParaRPr lang="en-GB" b="1" dirty="0"/>
          </a:p>
          <a:p>
            <a:r>
              <a:rPr lang="en-GB" b="1" dirty="0"/>
              <a:t>When: </a:t>
            </a:r>
            <a:r>
              <a:rPr lang="en-GB" dirty="0"/>
              <a:t>Immediately after data receival.</a:t>
            </a:r>
            <a:endParaRPr lang="en-GB" b="1" dirty="0"/>
          </a:p>
          <a:p>
            <a:r>
              <a:rPr lang="en-GB" b="1" dirty="0"/>
              <a:t>Then:</a:t>
            </a:r>
          </a:p>
          <a:p>
            <a:pPr lvl="1"/>
            <a:r>
              <a:rPr lang="en-GB" dirty="0"/>
              <a:t>The GSAPI verifies the packet structure and if there’s been corruption.</a:t>
            </a:r>
          </a:p>
          <a:p>
            <a:pPr lvl="1"/>
            <a:r>
              <a:rPr lang="en-GB" dirty="0"/>
              <a:t>If data is valid, GSAPI performs the payload downlink pipeline.*</a:t>
            </a:r>
          </a:p>
          <a:p>
            <a:pPr lvl="1"/>
            <a:r>
              <a:rPr lang="en-GB" dirty="0"/>
              <a:t>We store the result in the database (GSDB), according to the defined schema**, using the database’s secret credentials and its designed port.  </a:t>
            </a:r>
          </a:p>
          <a:p>
            <a:pPr marL="457200" lvl="1" indent="0">
              <a:buNone/>
            </a:pPr>
            <a:endParaRPr lang="en-GB" dirty="0"/>
          </a:p>
          <a:p>
            <a:pPr marL="457200" lvl="1" indent="0">
              <a:buNone/>
            </a:pPr>
            <a:endParaRPr lang="en-GB" dirty="0"/>
          </a:p>
          <a:p>
            <a:pPr marL="0" indent="0">
              <a:buNone/>
            </a:pPr>
            <a:r>
              <a:rPr lang="en-GB" sz="1600" dirty="0"/>
              <a:t>* "Y:\Projects\iATON\Technical\Design\Ground Segment\GS - Payloads.docx"</a:t>
            </a:r>
          </a:p>
          <a:p>
            <a:pPr marL="0" indent="0">
              <a:buNone/>
            </a:pPr>
            <a:r>
              <a:rPr lang="en-GB" sz="1600" dirty="0"/>
              <a:t>** "Y:\Projects\iATON\Technical\Design\Ground Segment\RelationalSchemaGSDB.png"</a:t>
            </a:r>
          </a:p>
          <a:p>
            <a:pPr lvl="1"/>
            <a:endParaRPr lang="en-GB" dirty="0"/>
          </a:p>
        </p:txBody>
      </p:sp>
      <p:sp>
        <p:nvSpPr>
          <p:cNvPr id="6" name="Slide Number Placeholder 5">
            <a:extLst>
              <a:ext uri="{FF2B5EF4-FFF2-40B4-BE49-F238E27FC236}">
                <a16:creationId xmlns:a16="http://schemas.microsoft.com/office/drawing/2014/main" id="{0ACF4ADE-D654-F448-9F4C-BC0C7A3A976C}"/>
              </a:ext>
            </a:extLst>
          </p:cNvPr>
          <p:cNvSpPr>
            <a:spLocks noGrp="1"/>
          </p:cNvSpPr>
          <p:nvPr>
            <p:ph type="sldNum" sz="quarter" idx="12"/>
          </p:nvPr>
        </p:nvSpPr>
        <p:spPr/>
        <p:txBody>
          <a:bodyPr/>
          <a:lstStyle/>
          <a:p>
            <a:fld id="{069504A1-4602-4A0B-BBD0-056EBC64DCC8}" type="slidenum">
              <a:rPr lang="en-GB" smtClean="0"/>
              <a:t>10</a:t>
            </a:fld>
            <a:endParaRPr lang="en-GB"/>
          </a:p>
        </p:txBody>
      </p:sp>
    </p:spTree>
    <p:extLst>
      <p:ext uri="{BB962C8B-B14F-4D97-AF65-F5344CB8AC3E}">
        <p14:creationId xmlns:p14="http://schemas.microsoft.com/office/powerpoint/2010/main" val="3096649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62A1F-AFCE-BF0A-89BA-90A5CBA8E798}"/>
              </a:ext>
            </a:extLst>
          </p:cNvPr>
          <p:cNvSpPr>
            <a:spLocks noGrp="1"/>
          </p:cNvSpPr>
          <p:nvPr>
            <p:ph type="title"/>
          </p:nvPr>
        </p:nvSpPr>
        <p:spPr/>
        <p:txBody>
          <a:bodyPr/>
          <a:lstStyle/>
          <a:p>
            <a:r>
              <a:rPr lang="en-GB" dirty="0"/>
              <a:t>Scenario 3 – Retrieving Data</a:t>
            </a:r>
          </a:p>
        </p:txBody>
      </p:sp>
      <p:sp>
        <p:nvSpPr>
          <p:cNvPr id="3" name="Content Placeholder 2">
            <a:extLst>
              <a:ext uri="{FF2B5EF4-FFF2-40B4-BE49-F238E27FC236}">
                <a16:creationId xmlns:a16="http://schemas.microsoft.com/office/drawing/2014/main" id="{64F6ECA8-5AD5-2D0F-C723-7D8CE0CBD677}"/>
              </a:ext>
            </a:extLst>
          </p:cNvPr>
          <p:cNvSpPr>
            <a:spLocks noGrp="1"/>
          </p:cNvSpPr>
          <p:nvPr>
            <p:ph idx="1"/>
          </p:nvPr>
        </p:nvSpPr>
        <p:spPr/>
        <p:txBody>
          <a:bodyPr>
            <a:normAutofit/>
          </a:bodyPr>
          <a:lstStyle/>
          <a:p>
            <a:r>
              <a:rPr lang="en-GB" b="1" dirty="0"/>
              <a:t>Scenario: </a:t>
            </a:r>
            <a:r>
              <a:rPr lang="en-GB" dirty="0"/>
              <a:t>The GSAPI must retrieve data to serve to our applications.</a:t>
            </a:r>
          </a:p>
          <a:p>
            <a:r>
              <a:rPr lang="en-GB" b="1" dirty="0"/>
              <a:t>When: </a:t>
            </a:r>
            <a:r>
              <a:rPr lang="en-GB" dirty="0"/>
              <a:t>Anytime.</a:t>
            </a:r>
            <a:endParaRPr lang="en-GB" b="1" dirty="0"/>
          </a:p>
          <a:p>
            <a:r>
              <a:rPr lang="en-GB" b="1" dirty="0"/>
              <a:t>Then: </a:t>
            </a:r>
            <a:r>
              <a:rPr lang="en-GB" dirty="0"/>
              <a:t>GSAPI uses ORM (Object Relational Mapping) to automatically build queries and fetch the relevant data.</a:t>
            </a:r>
          </a:p>
          <a:p>
            <a:pPr lvl="1"/>
            <a:endParaRPr lang="en-GB" dirty="0"/>
          </a:p>
        </p:txBody>
      </p:sp>
      <p:sp>
        <p:nvSpPr>
          <p:cNvPr id="6" name="Slide Number Placeholder 5">
            <a:extLst>
              <a:ext uri="{FF2B5EF4-FFF2-40B4-BE49-F238E27FC236}">
                <a16:creationId xmlns:a16="http://schemas.microsoft.com/office/drawing/2014/main" id="{0ACF4ADE-D654-F448-9F4C-BC0C7A3A976C}"/>
              </a:ext>
            </a:extLst>
          </p:cNvPr>
          <p:cNvSpPr>
            <a:spLocks noGrp="1"/>
          </p:cNvSpPr>
          <p:nvPr>
            <p:ph type="sldNum" sz="quarter" idx="12"/>
          </p:nvPr>
        </p:nvSpPr>
        <p:spPr/>
        <p:txBody>
          <a:bodyPr/>
          <a:lstStyle/>
          <a:p>
            <a:fld id="{069504A1-4602-4A0B-BBD0-056EBC64DCC8}" type="slidenum">
              <a:rPr lang="en-GB" smtClean="0"/>
              <a:t>11</a:t>
            </a:fld>
            <a:endParaRPr lang="en-GB"/>
          </a:p>
        </p:txBody>
      </p:sp>
    </p:spTree>
    <p:extLst>
      <p:ext uri="{BB962C8B-B14F-4D97-AF65-F5344CB8AC3E}">
        <p14:creationId xmlns:p14="http://schemas.microsoft.com/office/powerpoint/2010/main" val="3759892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62A1F-AFCE-BF0A-89BA-90A5CBA8E798}"/>
              </a:ext>
            </a:extLst>
          </p:cNvPr>
          <p:cNvSpPr>
            <a:spLocks noGrp="1"/>
          </p:cNvSpPr>
          <p:nvPr>
            <p:ph type="title"/>
          </p:nvPr>
        </p:nvSpPr>
        <p:spPr/>
        <p:txBody>
          <a:bodyPr/>
          <a:lstStyle/>
          <a:p>
            <a:r>
              <a:rPr lang="en-GB" dirty="0"/>
              <a:t>Scenario 4 – Endpoint Requests</a:t>
            </a:r>
          </a:p>
        </p:txBody>
      </p:sp>
      <p:sp>
        <p:nvSpPr>
          <p:cNvPr id="3" name="Content Placeholder 2">
            <a:extLst>
              <a:ext uri="{FF2B5EF4-FFF2-40B4-BE49-F238E27FC236}">
                <a16:creationId xmlns:a16="http://schemas.microsoft.com/office/drawing/2014/main" id="{64F6ECA8-5AD5-2D0F-C723-7D8CE0CBD677}"/>
              </a:ext>
            </a:extLst>
          </p:cNvPr>
          <p:cNvSpPr>
            <a:spLocks noGrp="1"/>
          </p:cNvSpPr>
          <p:nvPr>
            <p:ph idx="1"/>
          </p:nvPr>
        </p:nvSpPr>
        <p:spPr>
          <a:xfrm>
            <a:off x="838200" y="1825625"/>
            <a:ext cx="10515600" cy="4667250"/>
          </a:xfrm>
        </p:spPr>
        <p:txBody>
          <a:bodyPr>
            <a:normAutofit lnSpcReduction="10000"/>
          </a:bodyPr>
          <a:lstStyle/>
          <a:p>
            <a:r>
              <a:rPr lang="en-GB" b="1" dirty="0"/>
              <a:t>Scenario: </a:t>
            </a:r>
            <a:r>
              <a:rPr lang="en-GB" dirty="0"/>
              <a:t>An external entity submits a request to one of GSAPI endpoints.</a:t>
            </a:r>
          </a:p>
          <a:p>
            <a:r>
              <a:rPr lang="en-GB" b="1" dirty="0"/>
              <a:t>When: </a:t>
            </a:r>
            <a:r>
              <a:rPr lang="en-GB" dirty="0"/>
              <a:t>Anytime.</a:t>
            </a:r>
            <a:endParaRPr lang="en-GB" b="1" dirty="0"/>
          </a:p>
          <a:p>
            <a:r>
              <a:rPr lang="en-GB" b="1" dirty="0"/>
              <a:t>Then:</a:t>
            </a:r>
          </a:p>
          <a:p>
            <a:pPr lvl="1"/>
            <a:r>
              <a:rPr lang="en-GB" dirty="0"/>
              <a:t>GSAPI authenticates the sender of the request*. If authentication fails an error response is sent. (END)</a:t>
            </a:r>
          </a:p>
          <a:p>
            <a:pPr lvl="1"/>
            <a:r>
              <a:rPr lang="en-GB" dirty="0"/>
              <a:t>GSAPI verifies user permissions. If the user has no permission to access the endpoint, an error response is sent. (END)</a:t>
            </a:r>
          </a:p>
          <a:p>
            <a:pPr lvl="1"/>
            <a:r>
              <a:rPr lang="en-GB" dirty="0"/>
              <a:t>GSAPI retrieves the data and builds the desired response.</a:t>
            </a:r>
          </a:p>
          <a:p>
            <a:pPr marL="457200" lvl="1" indent="0">
              <a:buNone/>
            </a:pPr>
            <a:endParaRPr lang="en-GB" dirty="0"/>
          </a:p>
          <a:p>
            <a:pPr marL="457200" lvl="1" indent="0">
              <a:buNone/>
            </a:pPr>
            <a:endParaRPr lang="en-GB" dirty="0"/>
          </a:p>
          <a:p>
            <a:pPr marL="0" indent="0">
              <a:buNone/>
            </a:pPr>
            <a:r>
              <a:rPr lang="en-GB" sz="1600" dirty="0"/>
              <a:t>* Using OAuth2 w/ password, JWT Bearer tokens.</a:t>
            </a:r>
            <a:endParaRPr lang="en-GB" dirty="0"/>
          </a:p>
          <a:p>
            <a:pPr marL="0" indent="0">
              <a:buNone/>
            </a:pPr>
            <a:endParaRPr lang="en-GB" dirty="0"/>
          </a:p>
          <a:p>
            <a:pPr lvl="1"/>
            <a:endParaRPr lang="en-GB" dirty="0"/>
          </a:p>
        </p:txBody>
      </p:sp>
      <p:sp>
        <p:nvSpPr>
          <p:cNvPr id="6" name="Slide Number Placeholder 5">
            <a:extLst>
              <a:ext uri="{FF2B5EF4-FFF2-40B4-BE49-F238E27FC236}">
                <a16:creationId xmlns:a16="http://schemas.microsoft.com/office/drawing/2014/main" id="{0ACF4ADE-D654-F448-9F4C-BC0C7A3A976C}"/>
              </a:ext>
            </a:extLst>
          </p:cNvPr>
          <p:cNvSpPr>
            <a:spLocks noGrp="1"/>
          </p:cNvSpPr>
          <p:nvPr>
            <p:ph type="sldNum" sz="quarter" idx="12"/>
          </p:nvPr>
        </p:nvSpPr>
        <p:spPr/>
        <p:txBody>
          <a:bodyPr/>
          <a:lstStyle/>
          <a:p>
            <a:fld id="{069504A1-4602-4A0B-BBD0-056EBC64DCC8}" type="slidenum">
              <a:rPr lang="en-GB" smtClean="0"/>
              <a:t>12</a:t>
            </a:fld>
            <a:endParaRPr lang="en-GB"/>
          </a:p>
        </p:txBody>
      </p:sp>
    </p:spTree>
    <p:extLst>
      <p:ext uri="{BB962C8B-B14F-4D97-AF65-F5344CB8AC3E}">
        <p14:creationId xmlns:p14="http://schemas.microsoft.com/office/powerpoint/2010/main" val="39552405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62A1F-AFCE-BF0A-89BA-90A5CBA8E798}"/>
              </a:ext>
            </a:extLst>
          </p:cNvPr>
          <p:cNvSpPr>
            <a:spLocks noGrp="1"/>
          </p:cNvSpPr>
          <p:nvPr>
            <p:ph type="title"/>
          </p:nvPr>
        </p:nvSpPr>
        <p:spPr/>
        <p:txBody>
          <a:bodyPr/>
          <a:lstStyle/>
          <a:p>
            <a:r>
              <a:rPr lang="en-GB" dirty="0"/>
              <a:t>Scenario 5 – New User</a:t>
            </a:r>
          </a:p>
        </p:txBody>
      </p:sp>
      <p:sp>
        <p:nvSpPr>
          <p:cNvPr id="3" name="Content Placeholder 2">
            <a:extLst>
              <a:ext uri="{FF2B5EF4-FFF2-40B4-BE49-F238E27FC236}">
                <a16:creationId xmlns:a16="http://schemas.microsoft.com/office/drawing/2014/main" id="{64F6ECA8-5AD5-2D0F-C723-7D8CE0CBD677}"/>
              </a:ext>
            </a:extLst>
          </p:cNvPr>
          <p:cNvSpPr>
            <a:spLocks noGrp="1"/>
          </p:cNvSpPr>
          <p:nvPr>
            <p:ph idx="1"/>
          </p:nvPr>
        </p:nvSpPr>
        <p:spPr/>
        <p:txBody>
          <a:bodyPr>
            <a:normAutofit/>
          </a:bodyPr>
          <a:lstStyle/>
          <a:p>
            <a:r>
              <a:rPr lang="en-GB" b="1" dirty="0"/>
              <a:t>Scenario: </a:t>
            </a:r>
            <a:r>
              <a:rPr lang="en-GB" dirty="0"/>
              <a:t>A new user profile must be created to give a new entity access to the system’s features.</a:t>
            </a:r>
          </a:p>
          <a:p>
            <a:r>
              <a:rPr lang="en-GB" b="1" dirty="0"/>
              <a:t>When: </a:t>
            </a:r>
            <a:r>
              <a:rPr lang="en-GB" dirty="0"/>
              <a:t>Anytime.</a:t>
            </a:r>
            <a:endParaRPr lang="en-GB" b="1" dirty="0"/>
          </a:p>
          <a:p>
            <a:r>
              <a:rPr lang="en-GB" b="1" dirty="0"/>
              <a:t>Then:</a:t>
            </a:r>
          </a:p>
          <a:p>
            <a:pPr lvl="1"/>
            <a:r>
              <a:rPr lang="en-GB" dirty="0"/>
              <a:t>A GSAPI admin fills in user information (contacts, name, description, entity type, etc.)</a:t>
            </a:r>
          </a:p>
          <a:p>
            <a:pPr lvl="1"/>
            <a:r>
              <a:rPr lang="en-GB" dirty="0"/>
              <a:t>A strong password is generated and given to the user. Passwords are hashed before being stored in-DB.</a:t>
            </a:r>
          </a:p>
          <a:p>
            <a:pPr lvl="1"/>
            <a:r>
              <a:rPr lang="en-GB" dirty="0"/>
              <a:t>The new user is persisted in-DB.</a:t>
            </a:r>
          </a:p>
        </p:txBody>
      </p:sp>
      <p:sp>
        <p:nvSpPr>
          <p:cNvPr id="6" name="Slide Number Placeholder 5">
            <a:extLst>
              <a:ext uri="{FF2B5EF4-FFF2-40B4-BE49-F238E27FC236}">
                <a16:creationId xmlns:a16="http://schemas.microsoft.com/office/drawing/2014/main" id="{0ACF4ADE-D654-F448-9F4C-BC0C7A3A976C}"/>
              </a:ext>
            </a:extLst>
          </p:cNvPr>
          <p:cNvSpPr>
            <a:spLocks noGrp="1"/>
          </p:cNvSpPr>
          <p:nvPr>
            <p:ph type="sldNum" sz="quarter" idx="12"/>
          </p:nvPr>
        </p:nvSpPr>
        <p:spPr/>
        <p:txBody>
          <a:bodyPr/>
          <a:lstStyle/>
          <a:p>
            <a:fld id="{069504A1-4602-4A0B-BBD0-056EBC64DCC8}" type="slidenum">
              <a:rPr lang="en-GB" smtClean="0"/>
              <a:t>13</a:t>
            </a:fld>
            <a:endParaRPr lang="en-GB"/>
          </a:p>
        </p:txBody>
      </p:sp>
    </p:spTree>
    <p:extLst>
      <p:ext uri="{BB962C8B-B14F-4D97-AF65-F5344CB8AC3E}">
        <p14:creationId xmlns:p14="http://schemas.microsoft.com/office/powerpoint/2010/main" val="2627617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1F26A-F52E-1BA1-2446-F8DC862621D5}"/>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8000" kern="1200" dirty="0">
                <a:solidFill>
                  <a:schemeClr val="tx1"/>
                </a:solidFill>
                <a:latin typeface="+mj-lt"/>
                <a:ea typeface="+mj-ea"/>
                <a:cs typeface="+mj-cs"/>
              </a:rPr>
              <a:t>User Profiles</a:t>
            </a:r>
          </a:p>
        </p:txBody>
      </p:sp>
      <p:sp>
        <p:nvSpPr>
          <p:cNvPr id="3" name="Text Placeholder 2">
            <a:extLst>
              <a:ext uri="{FF2B5EF4-FFF2-40B4-BE49-F238E27FC236}">
                <a16:creationId xmlns:a16="http://schemas.microsoft.com/office/drawing/2014/main" id="{EDF64AAB-0B11-E9D8-2F27-84F3A1AC1E19}"/>
              </a:ext>
            </a:extLst>
          </p:cNvPr>
          <p:cNvSpPr>
            <a:spLocks noGrp="1"/>
          </p:cNvSpPr>
          <p:nvPr>
            <p:ph type="body" idx="1"/>
          </p:nvPr>
        </p:nvSpPr>
        <p:spPr>
          <a:xfrm>
            <a:off x="7400924" y="4619624"/>
            <a:ext cx="3946779" cy="1038225"/>
          </a:xfrm>
        </p:spPr>
        <p:txBody>
          <a:bodyPr vert="horz" lIns="91440" tIns="45720" rIns="91440" bIns="45720" rtlCol="0">
            <a:normAutofit/>
          </a:bodyPr>
          <a:lstStyle/>
          <a:p>
            <a:pPr algn="r"/>
            <a:endParaRPr lang="en-US" sz="2400" kern="1200">
              <a:solidFill>
                <a:schemeClr val="tx1"/>
              </a:solidFill>
              <a:latin typeface="+mn-lt"/>
              <a:ea typeface="+mn-ea"/>
              <a:cs typeface="+mn-cs"/>
            </a:endParaRPr>
          </a:p>
        </p:txBody>
      </p:sp>
      <p:cxnSp>
        <p:nvCxnSpPr>
          <p:cNvPr id="5" name="Straight Connector 4">
            <a:extLst>
              <a:ext uri="{FF2B5EF4-FFF2-40B4-BE49-F238E27FC236}">
                <a16:creationId xmlns:a16="http://schemas.microsoft.com/office/drawing/2014/main" id="{1D65FC9B-9FE9-D6C2-F1DA-DF887819ACEB}"/>
              </a:ext>
            </a:extLst>
          </p:cNvPr>
          <p:cNvCxnSpPr>
            <a:cxnSpLocks/>
          </p:cNvCxnSpPr>
          <p:nvPr/>
        </p:nvCxnSpPr>
        <p:spPr>
          <a:xfrm>
            <a:off x="838199" y="4225588"/>
            <a:ext cx="10506455" cy="0"/>
          </a:xfrm>
          <a:prstGeom prst="line">
            <a:avLst/>
          </a:prstGeom>
          <a:ln w="38100">
            <a:solidFill>
              <a:schemeClr val="tx2"/>
            </a:solidFill>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9FF94479-BF64-BAEC-8B44-E1CF9E4FD20F}"/>
              </a:ext>
            </a:extLst>
          </p:cNvPr>
          <p:cNvSpPr/>
          <p:nvPr/>
        </p:nvSpPr>
        <p:spPr>
          <a:xfrm>
            <a:off x="7397875" y="4216444"/>
            <a:ext cx="3946779" cy="164591"/>
          </a:xfrm>
          <a:prstGeom prst="rect">
            <a:avLst/>
          </a:prstGeom>
          <a:solidFill>
            <a:schemeClr val="accent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482668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62A1F-AFCE-BF0A-89BA-90A5CBA8E798}"/>
              </a:ext>
            </a:extLst>
          </p:cNvPr>
          <p:cNvSpPr>
            <a:spLocks noGrp="1"/>
          </p:cNvSpPr>
          <p:nvPr>
            <p:ph type="title"/>
          </p:nvPr>
        </p:nvSpPr>
        <p:spPr/>
        <p:txBody>
          <a:bodyPr/>
          <a:lstStyle/>
          <a:p>
            <a:r>
              <a:rPr lang="en-GB" dirty="0"/>
              <a:t>Scopes</a:t>
            </a:r>
          </a:p>
        </p:txBody>
      </p:sp>
      <p:sp>
        <p:nvSpPr>
          <p:cNvPr id="3" name="Content Placeholder 2">
            <a:extLst>
              <a:ext uri="{FF2B5EF4-FFF2-40B4-BE49-F238E27FC236}">
                <a16:creationId xmlns:a16="http://schemas.microsoft.com/office/drawing/2014/main" id="{64F6ECA8-5AD5-2D0F-C723-7D8CE0CBD677}"/>
              </a:ext>
            </a:extLst>
          </p:cNvPr>
          <p:cNvSpPr>
            <a:spLocks noGrp="1"/>
          </p:cNvSpPr>
          <p:nvPr>
            <p:ph idx="1"/>
          </p:nvPr>
        </p:nvSpPr>
        <p:spPr/>
        <p:txBody>
          <a:bodyPr>
            <a:normAutofit/>
          </a:bodyPr>
          <a:lstStyle/>
          <a:p>
            <a:r>
              <a:rPr lang="en-GB" dirty="0"/>
              <a:t>Our API may define various user </a:t>
            </a:r>
            <a:r>
              <a:rPr lang="en-GB" b="1" dirty="0"/>
              <a:t>scopes</a:t>
            </a:r>
            <a:r>
              <a:rPr lang="en-GB" dirty="0"/>
              <a:t>. </a:t>
            </a:r>
          </a:p>
          <a:p>
            <a:r>
              <a:rPr lang="en-GB" b="1" dirty="0"/>
              <a:t>Scopes </a:t>
            </a:r>
            <a:r>
              <a:rPr lang="en-GB" dirty="0"/>
              <a:t>control access to API endpoints, website pages, and more.</a:t>
            </a:r>
          </a:p>
          <a:p>
            <a:r>
              <a:rPr lang="en-GB" dirty="0"/>
              <a:t>We may have entire </a:t>
            </a:r>
            <a:r>
              <a:rPr lang="en-GB" b="1" dirty="0"/>
              <a:t>functionalities</a:t>
            </a:r>
            <a:r>
              <a:rPr lang="en-GB" dirty="0"/>
              <a:t> gated behind the various scopes.</a:t>
            </a:r>
          </a:p>
          <a:p>
            <a:r>
              <a:rPr lang="en-GB" dirty="0"/>
              <a:t>Scopes are </a:t>
            </a:r>
            <a:r>
              <a:rPr lang="en-GB" b="1" dirty="0"/>
              <a:t>cumulative</a:t>
            </a:r>
            <a:r>
              <a:rPr lang="en-GB" dirty="0"/>
              <a:t>. One user may have zero scopes while another may have them all.</a:t>
            </a:r>
          </a:p>
        </p:txBody>
      </p:sp>
      <p:sp>
        <p:nvSpPr>
          <p:cNvPr id="6" name="Slide Number Placeholder 5">
            <a:extLst>
              <a:ext uri="{FF2B5EF4-FFF2-40B4-BE49-F238E27FC236}">
                <a16:creationId xmlns:a16="http://schemas.microsoft.com/office/drawing/2014/main" id="{0ACF4ADE-D654-F448-9F4C-BC0C7A3A976C}"/>
              </a:ext>
            </a:extLst>
          </p:cNvPr>
          <p:cNvSpPr>
            <a:spLocks noGrp="1"/>
          </p:cNvSpPr>
          <p:nvPr>
            <p:ph type="sldNum" sz="quarter" idx="12"/>
          </p:nvPr>
        </p:nvSpPr>
        <p:spPr/>
        <p:txBody>
          <a:bodyPr/>
          <a:lstStyle/>
          <a:p>
            <a:fld id="{069504A1-4602-4A0B-BBD0-056EBC64DCC8}" type="slidenum">
              <a:rPr lang="en-GB" smtClean="0"/>
              <a:t>15</a:t>
            </a:fld>
            <a:endParaRPr lang="en-GB"/>
          </a:p>
        </p:txBody>
      </p:sp>
    </p:spTree>
    <p:extLst>
      <p:ext uri="{BB962C8B-B14F-4D97-AF65-F5344CB8AC3E}">
        <p14:creationId xmlns:p14="http://schemas.microsoft.com/office/powerpoint/2010/main" val="28492388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D9049-6081-C2F3-7D5B-59EB20993BDF}"/>
              </a:ext>
            </a:extLst>
          </p:cNvPr>
          <p:cNvSpPr>
            <a:spLocks noGrp="1"/>
          </p:cNvSpPr>
          <p:nvPr>
            <p:ph type="title"/>
          </p:nvPr>
        </p:nvSpPr>
        <p:spPr/>
        <p:txBody>
          <a:bodyPr/>
          <a:lstStyle/>
          <a:p>
            <a:r>
              <a:rPr lang="en-GB" dirty="0"/>
              <a:t>Scopes (Examples)</a:t>
            </a:r>
          </a:p>
        </p:txBody>
      </p:sp>
      <p:sp>
        <p:nvSpPr>
          <p:cNvPr id="3" name="Content Placeholder 2">
            <a:extLst>
              <a:ext uri="{FF2B5EF4-FFF2-40B4-BE49-F238E27FC236}">
                <a16:creationId xmlns:a16="http://schemas.microsoft.com/office/drawing/2014/main" id="{C8D78DE2-1A4B-2AC6-29FE-B66B99631270}"/>
              </a:ext>
            </a:extLst>
          </p:cNvPr>
          <p:cNvSpPr>
            <a:spLocks noGrp="1"/>
          </p:cNvSpPr>
          <p:nvPr>
            <p:ph idx="1"/>
          </p:nvPr>
        </p:nvSpPr>
        <p:spPr>
          <a:xfrm>
            <a:off x="838200" y="1825625"/>
            <a:ext cx="10515600" cy="4667250"/>
          </a:xfrm>
        </p:spPr>
        <p:txBody>
          <a:bodyPr/>
          <a:lstStyle/>
          <a:p>
            <a:pPr marL="0" indent="0">
              <a:buNone/>
            </a:pPr>
            <a:r>
              <a:rPr lang="en-GB" dirty="0"/>
              <a:t>Those with the scope…</a:t>
            </a:r>
          </a:p>
          <a:p>
            <a:r>
              <a:rPr lang="en-GB" u="sng" dirty="0"/>
              <a:t>admin</a:t>
            </a:r>
            <a:r>
              <a:rPr lang="en-GB" dirty="0"/>
              <a:t> may:</a:t>
            </a:r>
          </a:p>
          <a:p>
            <a:pPr lvl="1"/>
            <a:r>
              <a:rPr lang="en-GB" i="1" dirty="0"/>
              <a:t>read and write </a:t>
            </a:r>
            <a:r>
              <a:rPr lang="en-GB" dirty="0"/>
              <a:t>billing data;</a:t>
            </a:r>
          </a:p>
          <a:p>
            <a:pPr lvl="1"/>
            <a:r>
              <a:rPr lang="en-GB" i="1" dirty="0"/>
              <a:t>read</a:t>
            </a:r>
            <a:r>
              <a:rPr lang="en-GB" dirty="0"/>
              <a:t> system monitoring analytics, system documentation;</a:t>
            </a:r>
          </a:p>
          <a:p>
            <a:pPr lvl="1"/>
            <a:r>
              <a:rPr lang="en-GB" i="1" dirty="0"/>
              <a:t>read and write </a:t>
            </a:r>
            <a:r>
              <a:rPr lang="en-GB" dirty="0"/>
              <a:t>user data and permissions;</a:t>
            </a:r>
          </a:p>
          <a:p>
            <a:r>
              <a:rPr lang="en-GB" u="sng" dirty="0"/>
              <a:t>live</a:t>
            </a:r>
            <a:r>
              <a:rPr lang="en-GB" dirty="0"/>
              <a:t> may: </a:t>
            </a:r>
            <a:r>
              <a:rPr lang="en-GB" i="1" dirty="0"/>
              <a:t>read</a:t>
            </a:r>
            <a:r>
              <a:rPr lang="en-GB" dirty="0"/>
              <a:t> live data streams;</a:t>
            </a:r>
          </a:p>
          <a:p>
            <a:r>
              <a:rPr lang="en-GB" u="sng" dirty="0"/>
              <a:t>historical</a:t>
            </a:r>
            <a:r>
              <a:rPr lang="en-GB" dirty="0"/>
              <a:t> may: </a:t>
            </a:r>
            <a:r>
              <a:rPr lang="en-GB" i="1" dirty="0"/>
              <a:t>read</a:t>
            </a:r>
            <a:r>
              <a:rPr lang="en-GB" dirty="0"/>
              <a:t> historic data;</a:t>
            </a:r>
          </a:p>
          <a:p>
            <a:r>
              <a:rPr lang="en-GB" u="sng" dirty="0"/>
              <a:t>send</a:t>
            </a:r>
            <a:r>
              <a:rPr lang="en-GB" dirty="0"/>
              <a:t> may: </a:t>
            </a:r>
            <a:r>
              <a:rPr lang="en-GB" i="1" dirty="0"/>
              <a:t>write </a:t>
            </a:r>
            <a:r>
              <a:rPr lang="en-GB" dirty="0"/>
              <a:t>VDES messages;</a:t>
            </a:r>
            <a:endParaRPr lang="en-GB" u="sng" dirty="0"/>
          </a:p>
          <a:p>
            <a:endParaRPr lang="en-GB" dirty="0"/>
          </a:p>
          <a:p>
            <a:pPr lvl="1"/>
            <a:endParaRPr lang="en-GB" u="sng" dirty="0"/>
          </a:p>
          <a:p>
            <a:pPr lvl="1"/>
            <a:endParaRPr lang="en-GB" u="sng" dirty="0"/>
          </a:p>
        </p:txBody>
      </p:sp>
      <p:sp>
        <p:nvSpPr>
          <p:cNvPr id="4" name="Slide Number Placeholder 3">
            <a:extLst>
              <a:ext uri="{FF2B5EF4-FFF2-40B4-BE49-F238E27FC236}">
                <a16:creationId xmlns:a16="http://schemas.microsoft.com/office/drawing/2014/main" id="{B120C999-37EC-8FAE-8EAE-2FBF02F9912E}"/>
              </a:ext>
            </a:extLst>
          </p:cNvPr>
          <p:cNvSpPr>
            <a:spLocks noGrp="1"/>
          </p:cNvSpPr>
          <p:nvPr>
            <p:ph type="sldNum" sz="quarter" idx="12"/>
          </p:nvPr>
        </p:nvSpPr>
        <p:spPr/>
        <p:txBody>
          <a:bodyPr/>
          <a:lstStyle/>
          <a:p>
            <a:fld id="{069504A1-4602-4A0B-BBD0-056EBC64DCC8}" type="slidenum">
              <a:rPr lang="en-GB" smtClean="0"/>
              <a:t>16</a:t>
            </a:fld>
            <a:endParaRPr lang="en-GB"/>
          </a:p>
        </p:txBody>
      </p:sp>
    </p:spTree>
    <p:extLst>
      <p:ext uri="{BB962C8B-B14F-4D97-AF65-F5344CB8AC3E}">
        <p14:creationId xmlns:p14="http://schemas.microsoft.com/office/powerpoint/2010/main" val="15264334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EACE1-8546-C546-0BCA-BE1765EA5F07}"/>
              </a:ext>
            </a:extLst>
          </p:cNvPr>
          <p:cNvSpPr>
            <a:spLocks noGrp="1"/>
          </p:cNvSpPr>
          <p:nvPr>
            <p:ph type="title"/>
          </p:nvPr>
        </p:nvSpPr>
        <p:spPr/>
        <p:txBody>
          <a:bodyPr/>
          <a:lstStyle/>
          <a:p>
            <a:r>
              <a:rPr lang="en-GB" dirty="0"/>
              <a:t>Scopes (Examples, cont.)</a:t>
            </a:r>
          </a:p>
        </p:txBody>
      </p:sp>
      <p:sp>
        <p:nvSpPr>
          <p:cNvPr id="3" name="Content Placeholder 2">
            <a:extLst>
              <a:ext uri="{FF2B5EF4-FFF2-40B4-BE49-F238E27FC236}">
                <a16:creationId xmlns:a16="http://schemas.microsoft.com/office/drawing/2014/main" id="{1BAD1865-2C19-FC59-683A-8CF3C55A4A84}"/>
              </a:ext>
            </a:extLst>
          </p:cNvPr>
          <p:cNvSpPr>
            <a:spLocks noGrp="1"/>
          </p:cNvSpPr>
          <p:nvPr>
            <p:ph idx="1"/>
          </p:nvPr>
        </p:nvSpPr>
        <p:spPr/>
        <p:txBody>
          <a:bodyPr/>
          <a:lstStyle/>
          <a:p>
            <a:pPr marL="0" indent="0">
              <a:buNone/>
            </a:pPr>
            <a:r>
              <a:rPr lang="en-GB" dirty="0"/>
              <a:t>We may also define:</a:t>
            </a:r>
          </a:p>
          <a:p>
            <a:r>
              <a:rPr lang="en-GB" dirty="0"/>
              <a:t>Region scopes:</a:t>
            </a:r>
          </a:p>
          <a:p>
            <a:pPr lvl="1"/>
            <a:r>
              <a:rPr lang="en-GB" u="sng" dirty="0" err="1"/>
              <a:t>region:NA</a:t>
            </a:r>
            <a:r>
              <a:rPr lang="en-GB" dirty="0"/>
              <a:t>: user has access to North Atlantic Ocean data;</a:t>
            </a:r>
          </a:p>
          <a:p>
            <a:pPr lvl="1"/>
            <a:r>
              <a:rPr lang="en-GB" u="sng" dirty="0" err="1"/>
              <a:t>region:SP</a:t>
            </a:r>
            <a:r>
              <a:rPr lang="en-GB" dirty="0"/>
              <a:t>: South Pacific;</a:t>
            </a:r>
          </a:p>
          <a:p>
            <a:pPr lvl="1"/>
            <a:r>
              <a:rPr lang="en-GB" u="sng" dirty="0" err="1"/>
              <a:t>region:A</a:t>
            </a:r>
            <a:r>
              <a:rPr lang="en-GB" dirty="0"/>
              <a:t>: Artic; </a:t>
            </a:r>
          </a:p>
          <a:p>
            <a:pPr lvl="1"/>
            <a:r>
              <a:rPr lang="en-GB" dirty="0"/>
              <a:t>etc. </a:t>
            </a:r>
          </a:p>
          <a:p>
            <a:r>
              <a:rPr lang="en-GB" dirty="0"/>
              <a:t>Message Type Scopes:</a:t>
            </a:r>
          </a:p>
          <a:p>
            <a:pPr lvl="1"/>
            <a:r>
              <a:rPr lang="en-GB" u="sng" dirty="0" err="1"/>
              <a:t>message:pos</a:t>
            </a:r>
            <a:r>
              <a:rPr lang="en-GB" dirty="0"/>
              <a:t>: user has access to position reports;</a:t>
            </a:r>
          </a:p>
          <a:p>
            <a:pPr lvl="1"/>
            <a:r>
              <a:rPr lang="en-GB" u="sng" dirty="0" err="1"/>
              <a:t>message:voyage</a:t>
            </a:r>
            <a:r>
              <a:rPr lang="en-GB" dirty="0"/>
              <a:t>: user has access to voyage reports;</a:t>
            </a:r>
          </a:p>
          <a:p>
            <a:pPr lvl="1"/>
            <a:r>
              <a:rPr lang="en-GB" dirty="0"/>
              <a:t>etc.</a:t>
            </a:r>
          </a:p>
        </p:txBody>
      </p:sp>
      <p:sp>
        <p:nvSpPr>
          <p:cNvPr id="4" name="Slide Number Placeholder 3">
            <a:extLst>
              <a:ext uri="{FF2B5EF4-FFF2-40B4-BE49-F238E27FC236}">
                <a16:creationId xmlns:a16="http://schemas.microsoft.com/office/drawing/2014/main" id="{3222614D-3C87-1C6D-3FC7-0BAE8E260F5C}"/>
              </a:ext>
            </a:extLst>
          </p:cNvPr>
          <p:cNvSpPr>
            <a:spLocks noGrp="1"/>
          </p:cNvSpPr>
          <p:nvPr>
            <p:ph type="sldNum" sz="quarter" idx="12"/>
          </p:nvPr>
        </p:nvSpPr>
        <p:spPr/>
        <p:txBody>
          <a:bodyPr/>
          <a:lstStyle/>
          <a:p>
            <a:fld id="{069504A1-4602-4A0B-BBD0-056EBC64DCC8}" type="slidenum">
              <a:rPr lang="en-GB" smtClean="0"/>
              <a:t>17</a:t>
            </a:fld>
            <a:endParaRPr lang="en-GB"/>
          </a:p>
        </p:txBody>
      </p:sp>
      <p:pic>
        <p:nvPicPr>
          <p:cNvPr id="1026" name="Picture 2" descr="Map of the Oceans: Atlantic, Pacific, Indian, Arctic, Southern">
            <a:extLst>
              <a:ext uri="{FF2B5EF4-FFF2-40B4-BE49-F238E27FC236}">
                <a16:creationId xmlns:a16="http://schemas.microsoft.com/office/drawing/2014/main" id="{3FEBA768-8814-D730-3B2F-7B0767E5CA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3727" y="365125"/>
            <a:ext cx="4676192" cy="2299128"/>
          </a:xfrm>
          <a:prstGeom prst="rect">
            <a:avLst/>
          </a:prstGeom>
          <a:noFill/>
          <a:extLst>
            <a:ext uri="{909E8E84-426E-40DD-AFC4-6F175D3DCCD1}">
              <a14:hiddenFill xmlns:a14="http://schemas.microsoft.com/office/drawing/2010/main">
                <a:solidFill>
                  <a:srgbClr val="FFFFFF"/>
                </a:solidFill>
              </a14:hiddenFill>
            </a:ext>
          </a:extLst>
        </p:spPr>
      </p:pic>
      <p:sp>
        <p:nvSpPr>
          <p:cNvPr id="5" name="Oval 4">
            <a:extLst>
              <a:ext uri="{FF2B5EF4-FFF2-40B4-BE49-F238E27FC236}">
                <a16:creationId xmlns:a16="http://schemas.microsoft.com/office/drawing/2014/main" id="{7B358C7D-A97B-B28D-A3E5-E8C86E1BB8C7}"/>
              </a:ext>
            </a:extLst>
          </p:cNvPr>
          <p:cNvSpPr/>
          <p:nvPr/>
        </p:nvSpPr>
        <p:spPr>
          <a:xfrm>
            <a:off x="8444204" y="905069"/>
            <a:ext cx="858416" cy="242596"/>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EE0AEC57-F17A-83D8-38E4-678827845821}"/>
              </a:ext>
            </a:extLst>
          </p:cNvPr>
          <p:cNvSpPr/>
          <p:nvPr/>
        </p:nvSpPr>
        <p:spPr>
          <a:xfrm>
            <a:off x="11247852" y="1493336"/>
            <a:ext cx="653360" cy="332289"/>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1E5EF202-56D2-537A-464B-C8A4C13BEB70}"/>
              </a:ext>
            </a:extLst>
          </p:cNvPr>
          <p:cNvSpPr/>
          <p:nvPr/>
        </p:nvSpPr>
        <p:spPr>
          <a:xfrm>
            <a:off x="9242268" y="275376"/>
            <a:ext cx="653360" cy="332289"/>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700396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36B9A-8ED1-AE9C-A3D7-DEDFAD1E7D8C}"/>
              </a:ext>
            </a:extLst>
          </p:cNvPr>
          <p:cNvSpPr>
            <a:spLocks noGrp="1"/>
          </p:cNvSpPr>
          <p:nvPr>
            <p:ph type="title"/>
          </p:nvPr>
        </p:nvSpPr>
        <p:spPr/>
        <p:txBody>
          <a:bodyPr/>
          <a:lstStyle/>
          <a:p>
            <a:r>
              <a:rPr lang="en-GB" dirty="0"/>
              <a:t>User Profiles (Example)</a:t>
            </a:r>
          </a:p>
        </p:txBody>
      </p:sp>
      <p:sp>
        <p:nvSpPr>
          <p:cNvPr id="3" name="Content Placeholder 2">
            <a:extLst>
              <a:ext uri="{FF2B5EF4-FFF2-40B4-BE49-F238E27FC236}">
                <a16:creationId xmlns:a16="http://schemas.microsoft.com/office/drawing/2014/main" id="{DBA5A593-DC14-ACAF-DE82-867F4E160E78}"/>
              </a:ext>
            </a:extLst>
          </p:cNvPr>
          <p:cNvSpPr>
            <a:spLocks noGrp="1"/>
          </p:cNvSpPr>
          <p:nvPr>
            <p:ph idx="1"/>
          </p:nvPr>
        </p:nvSpPr>
        <p:spPr>
          <a:xfrm>
            <a:off x="838200" y="1825625"/>
            <a:ext cx="10515600" cy="4667250"/>
          </a:xfrm>
        </p:spPr>
        <p:txBody>
          <a:bodyPr>
            <a:normAutofit/>
          </a:bodyPr>
          <a:lstStyle/>
          <a:p>
            <a:r>
              <a:rPr lang="en-GB" dirty="0"/>
              <a:t>User A scopes: “live </a:t>
            </a:r>
            <a:r>
              <a:rPr lang="en-GB" dirty="0" err="1"/>
              <a:t>region:NA</a:t>
            </a:r>
            <a:r>
              <a:rPr lang="en-GB" dirty="0"/>
              <a:t> </a:t>
            </a:r>
            <a:r>
              <a:rPr lang="en-GB" dirty="0" err="1"/>
              <a:t>region:SA</a:t>
            </a:r>
            <a:r>
              <a:rPr lang="en-GB" dirty="0"/>
              <a:t> </a:t>
            </a:r>
            <a:r>
              <a:rPr lang="en-GB" dirty="0" err="1"/>
              <a:t>message:pos</a:t>
            </a:r>
            <a:r>
              <a:rPr lang="en-GB" dirty="0"/>
              <a:t>”</a:t>
            </a:r>
          </a:p>
          <a:p>
            <a:pPr lvl="1"/>
            <a:r>
              <a:rPr lang="en-GB" dirty="0"/>
              <a:t>Meaning: This user may access live position data from the North and South Atlantic oceans.</a:t>
            </a:r>
          </a:p>
          <a:p>
            <a:r>
              <a:rPr lang="en-GB" dirty="0"/>
              <a:t>User B scopes: “live historical </a:t>
            </a:r>
            <a:r>
              <a:rPr lang="en-GB" dirty="0" err="1"/>
              <a:t>region:I</a:t>
            </a:r>
            <a:r>
              <a:rPr lang="en-GB" dirty="0"/>
              <a:t> </a:t>
            </a:r>
            <a:r>
              <a:rPr lang="en-GB" dirty="0" err="1"/>
              <a:t>message:voyage</a:t>
            </a:r>
            <a:r>
              <a:rPr lang="en-GB" dirty="0"/>
              <a:t>”</a:t>
            </a:r>
          </a:p>
          <a:p>
            <a:pPr lvl="1"/>
            <a:r>
              <a:rPr lang="en-GB" dirty="0"/>
              <a:t>Meaning: This user may access historical and live voyage data from the Indian ocean.</a:t>
            </a:r>
          </a:p>
          <a:p>
            <a:r>
              <a:rPr lang="en-GB" dirty="0"/>
              <a:t>User C scopes: “historical send </a:t>
            </a:r>
            <a:r>
              <a:rPr lang="en-GB" dirty="0" err="1"/>
              <a:t>region:SP</a:t>
            </a:r>
            <a:r>
              <a:rPr lang="en-GB" dirty="0"/>
              <a:t> </a:t>
            </a:r>
            <a:r>
              <a:rPr lang="en-GB" dirty="0" err="1"/>
              <a:t>message:pos</a:t>
            </a:r>
            <a:r>
              <a:rPr lang="en-GB" dirty="0"/>
              <a:t>”</a:t>
            </a:r>
          </a:p>
          <a:p>
            <a:pPr lvl="1"/>
            <a:r>
              <a:rPr lang="en-GB" dirty="0"/>
              <a:t>Meaning: This user may access historical positioning data from the South Pacific ocean, as well as send VDES messages to the South Pacific ocean.</a:t>
            </a:r>
          </a:p>
          <a:p>
            <a:pPr marL="0" indent="0">
              <a:buNone/>
            </a:pPr>
            <a:r>
              <a:rPr lang="en-GB" dirty="0"/>
              <a:t>These users may be billed differently for different access levels.</a:t>
            </a:r>
          </a:p>
          <a:p>
            <a:endParaRPr lang="en-GB" dirty="0"/>
          </a:p>
          <a:p>
            <a:pPr marL="0" indent="0">
              <a:buNone/>
            </a:pPr>
            <a:endParaRPr lang="en-GB" dirty="0"/>
          </a:p>
        </p:txBody>
      </p:sp>
      <p:sp>
        <p:nvSpPr>
          <p:cNvPr id="4" name="Slide Number Placeholder 3">
            <a:extLst>
              <a:ext uri="{FF2B5EF4-FFF2-40B4-BE49-F238E27FC236}">
                <a16:creationId xmlns:a16="http://schemas.microsoft.com/office/drawing/2014/main" id="{7AAB9190-15C2-8AF0-E601-436AADC36C17}"/>
              </a:ext>
            </a:extLst>
          </p:cNvPr>
          <p:cNvSpPr>
            <a:spLocks noGrp="1"/>
          </p:cNvSpPr>
          <p:nvPr>
            <p:ph type="sldNum" sz="quarter" idx="12"/>
          </p:nvPr>
        </p:nvSpPr>
        <p:spPr/>
        <p:txBody>
          <a:bodyPr/>
          <a:lstStyle/>
          <a:p>
            <a:fld id="{069504A1-4602-4A0B-BBD0-056EBC64DCC8}" type="slidenum">
              <a:rPr lang="en-GB" smtClean="0"/>
              <a:t>18</a:t>
            </a:fld>
            <a:endParaRPr lang="en-GB"/>
          </a:p>
        </p:txBody>
      </p:sp>
    </p:spTree>
    <p:extLst>
      <p:ext uri="{BB962C8B-B14F-4D97-AF65-F5344CB8AC3E}">
        <p14:creationId xmlns:p14="http://schemas.microsoft.com/office/powerpoint/2010/main" val="32263318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TM03090430[[fn=Banded]]</Template>
  <TotalTime>1344</TotalTime>
  <Words>1202</Words>
  <Application>Microsoft Office PowerPoint</Application>
  <PresentationFormat>Widescreen</PresentationFormat>
  <Paragraphs>126</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User Scenarios</vt:lpstr>
      <vt:lpstr>Scenario 1 – Consult Historical Data</vt:lpstr>
      <vt:lpstr>Scenario 2 – Fetch Historical Data</vt:lpstr>
      <vt:lpstr>Scenario 3 – Fetch Live Data</vt:lpstr>
      <vt:lpstr>Scenario 4 – Send VDES Message </vt:lpstr>
      <vt:lpstr>Scenario 5 – Visualize Position/Voyage Data</vt:lpstr>
      <vt:lpstr>Scenario 6 – Historical Data Analytics</vt:lpstr>
      <vt:lpstr>System Scenarios</vt:lpstr>
      <vt:lpstr>Scenario 1 – Download Data</vt:lpstr>
      <vt:lpstr>Scenario 2 – Store Data</vt:lpstr>
      <vt:lpstr>Scenario 3 – Retrieving Data</vt:lpstr>
      <vt:lpstr>Scenario 4 – Endpoint Requests</vt:lpstr>
      <vt:lpstr>Scenario 5 – New User</vt:lpstr>
      <vt:lpstr>User Profiles</vt:lpstr>
      <vt:lpstr>Scopes</vt:lpstr>
      <vt:lpstr>Scopes (Examples)</vt:lpstr>
      <vt:lpstr>Scopes (Examples, cont.)</vt:lpstr>
      <vt:lpstr>User Profiles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Afonso Campos</dc:creator>
  <cp:lastModifiedBy>Afonso Campos</cp:lastModifiedBy>
  <cp:revision>18</cp:revision>
  <dcterms:created xsi:type="dcterms:W3CDTF">2025-11-03T09:48:34Z</dcterms:created>
  <dcterms:modified xsi:type="dcterms:W3CDTF">2025-11-18T18:00:12Z</dcterms:modified>
</cp:coreProperties>
</file>